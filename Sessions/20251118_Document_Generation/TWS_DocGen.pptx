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</p:sldMasterIdLst>
  <p:notesMasterIdLst>
    <p:notesMasterId r:id="rId21"/>
  </p:notesMasterIdLst>
  <p:sldIdLst>
    <p:sldId id="257" r:id="rId5"/>
    <p:sldId id="271" r:id="rId6"/>
    <p:sldId id="355" r:id="rId7"/>
    <p:sldId id="327" r:id="rId8"/>
    <p:sldId id="351" r:id="rId9"/>
    <p:sldId id="360" r:id="rId10"/>
    <p:sldId id="358" r:id="rId11"/>
    <p:sldId id="361" r:id="rId12"/>
    <p:sldId id="329" r:id="rId13"/>
    <p:sldId id="365" r:id="rId14"/>
    <p:sldId id="366" r:id="rId15"/>
    <p:sldId id="367" r:id="rId16"/>
    <p:sldId id="368" r:id="rId17"/>
    <p:sldId id="369" r:id="rId18"/>
    <p:sldId id="370" r:id="rId19"/>
    <p:sldId id="371" r:id="rId2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65159D64-E3F7-4851-A101-32D10F88132C}">
          <p14:sldIdLst>
            <p14:sldId id="257"/>
            <p14:sldId id="271"/>
            <p14:sldId id="355"/>
            <p14:sldId id="327"/>
            <p14:sldId id="351"/>
            <p14:sldId id="360"/>
            <p14:sldId id="358"/>
            <p14:sldId id="361"/>
            <p14:sldId id="329"/>
            <p14:sldId id="365"/>
            <p14:sldId id="366"/>
            <p14:sldId id="367"/>
            <p14:sldId id="368"/>
            <p14:sldId id="369"/>
            <p14:sldId id="370"/>
            <p14:sldId id="371"/>
          </p14:sldIdLst>
        </p14:section>
        <p14:section name="Extra Slides for Ideas" id="{F3EBF9E6-4AE7-4608-AF83-FB6AF5427114}">
          <p14:sldIdLst/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4171326-6505-4800-91EF-F0FB51E02980}" v="4" dt="2025-09-12T00:40:57.50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>
        <p:scale>
          <a:sx n="100" d="100"/>
          <a:sy n="100" d="100"/>
        </p:scale>
        <p:origin x="54" y="5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microsoft.com/office/2016/11/relationships/changesInfo" Target="changesInfos/changesInfo1.xml"/><Relationship Id="rId3" Type="http://schemas.openxmlformats.org/officeDocument/2006/relationships/customXml" Target="../customXml/item3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theme" Target="theme/theme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viewProps" Target="view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presProps" Target="presProps.xml"/><Relationship Id="rId27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lint Harwood" userId="868c4513-4632-4226-bd05-c46b0408d97b" providerId="ADAL" clId="{84171326-6505-4800-91EF-F0FB51E02980}"/>
    <pc:docChg chg="undo custSel addSld delSld modSld sldOrd modSection">
      <pc:chgData name="Clint Harwood" userId="868c4513-4632-4226-bd05-c46b0408d97b" providerId="ADAL" clId="{84171326-6505-4800-91EF-F0FB51E02980}" dt="2025-09-12T17:45:21.516" v="1323" actId="47"/>
      <pc:docMkLst>
        <pc:docMk/>
      </pc:docMkLst>
      <pc:sldChg chg="modSp mod">
        <pc:chgData name="Clint Harwood" userId="868c4513-4632-4226-bd05-c46b0408d97b" providerId="ADAL" clId="{84171326-6505-4800-91EF-F0FB51E02980}" dt="2025-08-28T15:03:10.890" v="99" actId="20577"/>
        <pc:sldMkLst>
          <pc:docMk/>
          <pc:sldMk cId="3218703110" sldId="257"/>
        </pc:sldMkLst>
        <pc:spChg chg="mod">
          <ac:chgData name="Clint Harwood" userId="868c4513-4632-4226-bd05-c46b0408d97b" providerId="ADAL" clId="{84171326-6505-4800-91EF-F0FB51E02980}" dt="2025-08-28T14:59:50.489" v="10" actId="20577"/>
          <ac:spMkLst>
            <pc:docMk/>
            <pc:sldMk cId="3218703110" sldId="257"/>
            <ac:spMk id="1393" creationId="{00000000-0000-0000-0000-000000000000}"/>
          </ac:spMkLst>
        </pc:spChg>
        <pc:spChg chg="mod">
          <ac:chgData name="Clint Harwood" userId="868c4513-4632-4226-bd05-c46b0408d97b" providerId="ADAL" clId="{84171326-6505-4800-91EF-F0FB51E02980}" dt="2025-08-28T15:03:10.890" v="99" actId="20577"/>
          <ac:spMkLst>
            <pc:docMk/>
            <pc:sldMk cId="3218703110" sldId="257"/>
            <ac:spMk id="1394" creationId="{00000000-0000-0000-0000-000000000000}"/>
          </ac:spMkLst>
        </pc:spChg>
      </pc:sldChg>
      <pc:sldChg chg="addSp delSp modSp mod">
        <pc:chgData name="Clint Harwood" userId="868c4513-4632-4226-bd05-c46b0408d97b" providerId="ADAL" clId="{84171326-6505-4800-91EF-F0FB51E02980}" dt="2025-09-12T00:40:33.331" v="1077" actId="12"/>
        <pc:sldMkLst>
          <pc:docMk/>
          <pc:sldMk cId="452078962" sldId="262"/>
        </pc:sldMkLst>
        <pc:spChg chg="add mod">
          <ac:chgData name="Clint Harwood" userId="868c4513-4632-4226-bd05-c46b0408d97b" providerId="ADAL" clId="{84171326-6505-4800-91EF-F0FB51E02980}" dt="2025-09-12T00:40:33.331" v="1077" actId="12"/>
          <ac:spMkLst>
            <pc:docMk/>
            <pc:sldMk cId="452078962" sldId="262"/>
            <ac:spMk id="2" creationId="{381ECDA8-5EC3-D27A-065F-A474DB2B9B1B}"/>
          </ac:spMkLst>
        </pc:spChg>
        <pc:spChg chg="mod">
          <ac:chgData name="Clint Harwood" userId="868c4513-4632-4226-bd05-c46b0408d97b" providerId="ADAL" clId="{84171326-6505-4800-91EF-F0FB51E02980}" dt="2025-09-12T00:31:33.205" v="873" actId="20577"/>
          <ac:spMkLst>
            <pc:docMk/>
            <pc:sldMk cId="452078962" sldId="262"/>
            <ac:spMk id="1491" creationId="{00000000-0000-0000-0000-000000000000}"/>
          </ac:spMkLst>
        </pc:spChg>
        <pc:picChg chg="del">
          <ac:chgData name="Clint Harwood" userId="868c4513-4632-4226-bd05-c46b0408d97b" providerId="ADAL" clId="{84171326-6505-4800-91EF-F0FB51E02980}" dt="2025-09-12T00:31:35.412" v="874" actId="478"/>
          <ac:picMkLst>
            <pc:docMk/>
            <pc:sldMk cId="452078962" sldId="262"/>
            <ac:picMk id="3" creationId="{0DA59880-894F-C8C2-E011-522B2E70EFC4}"/>
          </ac:picMkLst>
        </pc:picChg>
      </pc:sldChg>
      <pc:sldChg chg="modSp del mod">
        <pc:chgData name="Clint Harwood" userId="868c4513-4632-4226-bd05-c46b0408d97b" providerId="ADAL" clId="{84171326-6505-4800-91EF-F0FB51E02980}" dt="2025-09-12T00:36:30.735" v="1010" actId="47"/>
        <pc:sldMkLst>
          <pc:docMk/>
          <pc:sldMk cId="2656337762" sldId="263"/>
        </pc:sldMkLst>
      </pc:sldChg>
      <pc:sldChg chg="modSp mod">
        <pc:chgData name="Clint Harwood" userId="868c4513-4632-4226-bd05-c46b0408d97b" providerId="ADAL" clId="{84171326-6505-4800-91EF-F0FB51E02980}" dt="2025-09-09T13:25:49.162" v="408" actId="20577"/>
        <pc:sldMkLst>
          <pc:docMk/>
          <pc:sldMk cId="3694680853" sldId="271"/>
        </pc:sldMkLst>
        <pc:spChg chg="mod">
          <ac:chgData name="Clint Harwood" userId="868c4513-4632-4226-bd05-c46b0408d97b" providerId="ADAL" clId="{84171326-6505-4800-91EF-F0FB51E02980}" dt="2025-09-09T13:25:49.162" v="408" actId="20577"/>
          <ac:spMkLst>
            <pc:docMk/>
            <pc:sldMk cId="3694680853" sldId="271"/>
            <ac:spMk id="8" creationId="{374193ED-77F5-C943-96DF-2330492D2311}"/>
          </ac:spMkLst>
        </pc:spChg>
      </pc:sldChg>
      <pc:sldChg chg="addSp delSp modSp mod ord modClrScheme chgLayout">
        <pc:chgData name="Clint Harwood" userId="868c4513-4632-4226-bd05-c46b0408d97b" providerId="ADAL" clId="{84171326-6505-4800-91EF-F0FB51E02980}" dt="2025-09-12T00:50:55.988" v="1281" actId="14100"/>
        <pc:sldMkLst>
          <pc:docMk/>
          <pc:sldMk cId="3853927600" sldId="272"/>
        </pc:sldMkLst>
        <pc:spChg chg="add del mod ord">
          <ac:chgData name="Clint Harwood" userId="868c4513-4632-4226-bd05-c46b0408d97b" providerId="ADAL" clId="{84171326-6505-4800-91EF-F0FB51E02980}" dt="2025-09-12T00:11:33.064" v="615" actId="478"/>
          <ac:spMkLst>
            <pc:docMk/>
            <pc:sldMk cId="3853927600" sldId="272"/>
            <ac:spMk id="2" creationId="{9BB4EC4D-8BB7-377E-7EF1-1406B64EA139}"/>
          </ac:spMkLst>
        </pc:spChg>
        <pc:spChg chg="add mod ord">
          <ac:chgData name="Clint Harwood" userId="868c4513-4632-4226-bd05-c46b0408d97b" providerId="ADAL" clId="{84171326-6505-4800-91EF-F0FB51E02980}" dt="2025-09-12T00:50:55.988" v="1281" actId="14100"/>
          <ac:spMkLst>
            <pc:docMk/>
            <pc:sldMk cId="3853927600" sldId="272"/>
            <ac:spMk id="3" creationId="{94F79DDE-BE86-94D8-D7E3-94144A751A14}"/>
          </ac:spMkLst>
        </pc:spChg>
        <pc:spChg chg="del mod">
          <ac:chgData name="Clint Harwood" userId="868c4513-4632-4226-bd05-c46b0408d97b" providerId="ADAL" clId="{84171326-6505-4800-91EF-F0FB51E02980}" dt="2025-09-12T00:11:34.975" v="617" actId="478"/>
          <ac:spMkLst>
            <pc:docMk/>
            <pc:sldMk cId="3853927600" sldId="272"/>
            <ac:spMk id="1536" creationId="{00000000-0000-0000-0000-000000000000}"/>
          </ac:spMkLst>
        </pc:spChg>
        <pc:spChg chg="del mod">
          <ac:chgData name="Clint Harwood" userId="868c4513-4632-4226-bd05-c46b0408d97b" providerId="ADAL" clId="{84171326-6505-4800-91EF-F0FB51E02980}" dt="2025-09-12T00:11:34.086" v="616" actId="478"/>
          <ac:spMkLst>
            <pc:docMk/>
            <pc:sldMk cId="3853927600" sldId="272"/>
            <ac:spMk id="1537" creationId="{00000000-0000-0000-0000-000000000000}"/>
          </ac:spMkLst>
        </pc:spChg>
        <pc:spChg chg="del">
          <ac:chgData name="Clint Harwood" userId="868c4513-4632-4226-bd05-c46b0408d97b" providerId="ADAL" clId="{84171326-6505-4800-91EF-F0FB51E02980}" dt="2025-09-12T00:10:35.375" v="577" actId="478"/>
          <ac:spMkLst>
            <pc:docMk/>
            <pc:sldMk cId="3853927600" sldId="272"/>
            <ac:spMk id="1538" creationId="{00000000-0000-0000-0000-000000000000}"/>
          </ac:spMkLst>
        </pc:spChg>
        <pc:spChg chg="del mod">
          <ac:chgData name="Clint Harwood" userId="868c4513-4632-4226-bd05-c46b0408d97b" providerId="ADAL" clId="{84171326-6505-4800-91EF-F0FB51E02980}" dt="2025-09-12T00:11:21.089" v="608" actId="478"/>
          <ac:spMkLst>
            <pc:docMk/>
            <pc:sldMk cId="3853927600" sldId="272"/>
            <ac:spMk id="1539" creationId="{00000000-0000-0000-0000-000000000000}"/>
          </ac:spMkLst>
        </pc:spChg>
        <pc:spChg chg="del mod">
          <ac:chgData name="Clint Harwood" userId="868c4513-4632-4226-bd05-c46b0408d97b" providerId="ADAL" clId="{84171326-6505-4800-91EF-F0FB51E02980}" dt="2025-09-12T00:11:23.837" v="611" actId="478"/>
          <ac:spMkLst>
            <pc:docMk/>
            <pc:sldMk cId="3853927600" sldId="272"/>
            <ac:spMk id="1540" creationId="{00000000-0000-0000-0000-000000000000}"/>
          </ac:spMkLst>
        </pc:spChg>
        <pc:spChg chg="del">
          <ac:chgData name="Clint Harwood" userId="868c4513-4632-4226-bd05-c46b0408d97b" providerId="ADAL" clId="{84171326-6505-4800-91EF-F0FB51E02980}" dt="2025-09-12T00:10:33.956" v="576" actId="478"/>
          <ac:spMkLst>
            <pc:docMk/>
            <pc:sldMk cId="3853927600" sldId="272"/>
            <ac:spMk id="1541" creationId="{00000000-0000-0000-0000-000000000000}"/>
          </ac:spMkLst>
        </pc:spChg>
        <pc:spChg chg="mod ord">
          <ac:chgData name="Clint Harwood" userId="868c4513-4632-4226-bd05-c46b0408d97b" providerId="ADAL" clId="{84171326-6505-4800-91EF-F0FB51E02980}" dt="2025-09-12T00:11:14.289" v="605" actId="700"/>
          <ac:spMkLst>
            <pc:docMk/>
            <pc:sldMk cId="3853927600" sldId="272"/>
            <ac:spMk id="1542" creationId="{00000000-0000-0000-0000-000000000000}"/>
          </ac:spMkLst>
        </pc:spChg>
        <pc:spChg chg="del mod">
          <ac:chgData name="Clint Harwood" userId="868c4513-4632-4226-bd05-c46b0408d97b" providerId="ADAL" clId="{84171326-6505-4800-91EF-F0FB51E02980}" dt="2025-09-12T00:11:30.645" v="614" actId="478"/>
          <ac:spMkLst>
            <pc:docMk/>
            <pc:sldMk cId="3853927600" sldId="272"/>
            <ac:spMk id="1543" creationId="{00000000-0000-0000-0000-000000000000}"/>
          </ac:spMkLst>
        </pc:spChg>
        <pc:spChg chg="del mod">
          <ac:chgData name="Clint Harwood" userId="868c4513-4632-4226-bd05-c46b0408d97b" providerId="ADAL" clId="{84171326-6505-4800-91EF-F0FB51E02980}" dt="2025-09-12T00:11:26.333" v="613" actId="478"/>
          <ac:spMkLst>
            <pc:docMk/>
            <pc:sldMk cId="3853927600" sldId="272"/>
            <ac:spMk id="1544" creationId="{00000000-0000-0000-0000-000000000000}"/>
          </ac:spMkLst>
        </pc:spChg>
        <pc:spChg chg="del mod">
          <ac:chgData name="Clint Harwood" userId="868c4513-4632-4226-bd05-c46b0408d97b" providerId="ADAL" clId="{84171326-6505-4800-91EF-F0FB51E02980}" dt="2025-09-12T00:10:37.733" v="579" actId="478"/>
          <ac:spMkLst>
            <pc:docMk/>
            <pc:sldMk cId="3853927600" sldId="272"/>
            <ac:spMk id="1545" creationId="{00000000-0000-0000-0000-000000000000}"/>
          </ac:spMkLst>
        </pc:spChg>
        <pc:spChg chg="mod ord">
          <ac:chgData name="Clint Harwood" userId="868c4513-4632-4226-bd05-c46b0408d97b" providerId="ADAL" clId="{84171326-6505-4800-91EF-F0FB51E02980}" dt="2025-09-12T00:11:14.289" v="605" actId="700"/>
          <ac:spMkLst>
            <pc:docMk/>
            <pc:sldMk cId="3853927600" sldId="272"/>
            <ac:spMk id="1546" creationId="{00000000-0000-0000-0000-000000000000}"/>
          </ac:spMkLst>
        </pc:spChg>
        <pc:spChg chg="del mod">
          <ac:chgData name="Clint Harwood" userId="868c4513-4632-4226-bd05-c46b0408d97b" providerId="ADAL" clId="{84171326-6505-4800-91EF-F0FB51E02980}" dt="2025-09-12T00:11:20.328" v="606" actId="478"/>
          <ac:spMkLst>
            <pc:docMk/>
            <pc:sldMk cId="3853927600" sldId="272"/>
            <ac:spMk id="1547" creationId="{00000000-0000-0000-0000-000000000000}"/>
          </ac:spMkLst>
        </pc:spChg>
        <pc:spChg chg="del mod">
          <ac:chgData name="Clint Harwood" userId="868c4513-4632-4226-bd05-c46b0408d97b" providerId="ADAL" clId="{84171326-6505-4800-91EF-F0FB51E02980}" dt="2025-09-12T00:11:22.101" v="609" actId="478"/>
          <ac:spMkLst>
            <pc:docMk/>
            <pc:sldMk cId="3853927600" sldId="272"/>
            <ac:spMk id="1548" creationId="{00000000-0000-0000-0000-000000000000}"/>
          </ac:spMkLst>
        </pc:spChg>
        <pc:spChg chg="del">
          <ac:chgData name="Clint Harwood" userId="868c4513-4632-4226-bd05-c46b0408d97b" providerId="ADAL" clId="{84171326-6505-4800-91EF-F0FB51E02980}" dt="2025-09-12T00:10:31.853" v="574" actId="478"/>
          <ac:spMkLst>
            <pc:docMk/>
            <pc:sldMk cId="3853927600" sldId="272"/>
            <ac:spMk id="1549" creationId="{00000000-0000-0000-0000-000000000000}"/>
          </ac:spMkLst>
        </pc:spChg>
      </pc:sldChg>
      <pc:sldChg chg="modSp mod">
        <pc:chgData name="Clint Harwood" userId="868c4513-4632-4226-bd05-c46b0408d97b" providerId="ADAL" clId="{84171326-6505-4800-91EF-F0FB51E02980}" dt="2025-09-11T18:55:39.794" v="445" actId="20577"/>
        <pc:sldMkLst>
          <pc:docMk/>
          <pc:sldMk cId="3312992992" sldId="327"/>
        </pc:sldMkLst>
        <pc:spChg chg="mod">
          <ac:chgData name="Clint Harwood" userId="868c4513-4632-4226-bd05-c46b0408d97b" providerId="ADAL" clId="{84171326-6505-4800-91EF-F0FB51E02980}" dt="2025-08-28T15:04:43.888" v="200" actId="20577"/>
          <ac:spMkLst>
            <pc:docMk/>
            <pc:sldMk cId="3312992992" sldId="327"/>
            <ac:spMk id="2" creationId="{57D22765-6901-8393-8E0A-DF6AD3316991}"/>
          </ac:spMkLst>
        </pc:spChg>
        <pc:spChg chg="mod">
          <ac:chgData name="Clint Harwood" userId="868c4513-4632-4226-bd05-c46b0408d97b" providerId="ADAL" clId="{84171326-6505-4800-91EF-F0FB51E02980}" dt="2025-09-11T18:55:39.794" v="445" actId="20577"/>
          <ac:spMkLst>
            <pc:docMk/>
            <pc:sldMk cId="3312992992" sldId="327"/>
            <ac:spMk id="6" creationId="{CA971CA1-97A9-9096-CFB3-11367698402C}"/>
          </ac:spMkLst>
        </pc:spChg>
      </pc:sldChg>
      <pc:sldChg chg="addSp modSp mod ord">
        <pc:chgData name="Clint Harwood" userId="868c4513-4632-4226-bd05-c46b0408d97b" providerId="ADAL" clId="{84171326-6505-4800-91EF-F0FB51E02980}" dt="2025-09-12T00:08:32.577" v="545" actId="22"/>
        <pc:sldMkLst>
          <pc:docMk/>
          <pc:sldMk cId="1784651611" sldId="328"/>
        </pc:sldMkLst>
        <pc:spChg chg="mod">
          <ac:chgData name="Clint Harwood" userId="868c4513-4632-4226-bd05-c46b0408d97b" providerId="ADAL" clId="{84171326-6505-4800-91EF-F0FB51E02980}" dt="2025-09-12T00:08:27.637" v="543" actId="20577"/>
          <ac:spMkLst>
            <pc:docMk/>
            <pc:sldMk cId="1784651611" sldId="328"/>
            <ac:spMk id="2" creationId="{EE18916E-1062-5491-B2CC-7A961791DE18}"/>
          </ac:spMkLst>
        </pc:spChg>
        <pc:spChg chg="mod">
          <ac:chgData name="Clint Harwood" userId="868c4513-4632-4226-bd05-c46b0408d97b" providerId="ADAL" clId="{84171326-6505-4800-91EF-F0FB51E02980}" dt="2025-09-12T00:08:31.134" v="544" actId="20577"/>
          <ac:spMkLst>
            <pc:docMk/>
            <pc:sldMk cId="1784651611" sldId="328"/>
            <ac:spMk id="3" creationId="{7615D568-8E7C-0219-EDDE-009828717252}"/>
          </ac:spMkLst>
        </pc:spChg>
        <pc:picChg chg="add">
          <ac:chgData name="Clint Harwood" userId="868c4513-4632-4226-bd05-c46b0408d97b" providerId="ADAL" clId="{84171326-6505-4800-91EF-F0FB51E02980}" dt="2025-09-12T00:08:32.577" v="545" actId="22"/>
          <ac:picMkLst>
            <pc:docMk/>
            <pc:sldMk cId="1784651611" sldId="328"/>
            <ac:picMk id="5" creationId="{24640BFC-730B-9A56-3785-234C8932D3F8}"/>
          </ac:picMkLst>
        </pc:picChg>
      </pc:sldChg>
      <pc:sldChg chg="addSp modSp mod ord">
        <pc:chgData name="Clint Harwood" userId="868c4513-4632-4226-bd05-c46b0408d97b" providerId="ADAL" clId="{84171326-6505-4800-91EF-F0FB51E02980}" dt="2025-09-12T00:50:18.465" v="1244" actId="12"/>
        <pc:sldMkLst>
          <pc:docMk/>
          <pc:sldMk cId="2714060357" sldId="329"/>
        </pc:sldMkLst>
        <pc:spChg chg="mod">
          <ac:chgData name="Clint Harwood" userId="868c4513-4632-4226-bd05-c46b0408d97b" providerId="ADAL" clId="{84171326-6505-4800-91EF-F0FB51E02980}" dt="2025-09-12T00:40:27.792" v="1076" actId="14100"/>
          <ac:spMkLst>
            <pc:docMk/>
            <pc:sldMk cId="2714060357" sldId="329"/>
            <ac:spMk id="2" creationId="{BC48CE8A-1FB1-A972-7374-C1054A92007D}"/>
          </ac:spMkLst>
        </pc:spChg>
        <pc:spChg chg="mod">
          <ac:chgData name="Clint Harwood" userId="868c4513-4632-4226-bd05-c46b0408d97b" providerId="ADAL" clId="{84171326-6505-4800-91EF-F0FB51E02980}" dt="2025-09-12T00:50:18.465" v="1244" actId="12"/>
          <ac:spMkLst>
            <pc:docMk/>
            <pc:sldMk cId="2714060357" sldId="329"/>
            <ac:spMk id="11" creationId="{7B59AC47-99EB-1290-394F-BB0864363010}"/>
          </ac:spMkLst>
        </pc:spChg>
        <pc:picChg chg="add mod">
          <ac:chgData name="Clint Harwood" userId="868c4513-4632-4226-bd05-c46b0408d97b" providerId="ADAL" clId="{84171326-6505-4800-91EF-F0FB51E02980}" dt="2025-09-12T00:40:23.751" v="1075" actId="1076"/>
          <ac:picMkLst>
            <pc:docMk/>
            <pc:sldMk cId="2714060357" sldId="329"/>
            <ac:picMk id="4" creationId="{DEB1B5E1-0261-71C7-FE34-AD9D8212E746}"/>
          </ac:picMkLst>
        </pc:picChg>
      </pc:sldChg>
      <pc:sldChg chg="addSp delSp modSp mod ord">
        <pc:chgData name="Clint Harwood" userId="868c4513-4632-4226-bd05-c46b0408d97b" providerId="ADAL" clId="{84171326-6505-4800-91EF-F0FB51E02980}" dt="2025-09-12T00:09:20.159" v="549" actId="14100"/>
        <pc:sldMkLst>
          <pc:docMk/>
          <pc:sldMk cId="1208707497" sldId="332"/>
        </pc:sldMkLst>
        <pc:spChg chg="mod">
          <ac:chgData name="Clint Harwood" userId="868c4513-4632-4226-bd05-c46b0408d97b" providerId="ADAL" clId="{84171326-6505-4800-91EF-F0FB51E02980}" dt="2025-08-28T15:09:46.227" v="326" actId="20577"/>
          <ac:spMkLst>
            <pc:docMk/>
            <pc:sldMk cId="1208707497" sldId="332"/>
            <ac:spMk id="4" creationId="{08419760-5F72-D307-6C56-82D9748FD95A}"/>
          </ac:spMkLst>
        </pc:spChg>
        <pc:picChg chg="add del mod">
          <ac:chgData name="Clint Harwood" userId="868c4513-4632-4226-bd05-c46b0408d97b" providerId="ADAL" clId="{84171326-6505-4800-91EF-F0FB51E02980}" dt="2025-09-12T00:06:07.733" v="505" actId="478"/>
          <ac:picMkLst>
            <pc:docMk/>
            <pc:sldMk cId="1208707497" sldId="332"/>
            <ac:picMk id="3" creationId="{51F66311-0C9D-76AF-7B15-CE498B25E43E}"/>
          </ac:picMkLst>
        </pc:picChg>
        <pc:picChg chg="add mod">
          <ac:chgData name="Clint Harwood" userId="868c4513-4632-4226-bd05-c46b0408d97b" providerId="ADAL" clId="{84171326-6505-4800-91EF-F0FB51E02980}" dt="2025-09-12T00:09:20.159" v="549" actId="14100"/>
          <ac:picMkLst>
            <pc:docMk/>
            <pc:sldMk cId="1208707497" sldId="332"/>
            <ac:picMk id="7" creationId="{AF48AFAA-A485-DA2D-553C-68E46A64E745}"/>
          </ac:picMkLst>
        </pc:picChg>
      </pc:sldChg>
      <pc:sldChg chg="modSp mod ord">
        <pc:chgData name="Clint Harwood" userId="868c4513-4632-4226-bd05-c46b0408d97b" providerId="ADAL" clId="{84171326-6505-4800-91EF-F0FB51E02980}" dt="2025-09-12T00:08:49.886" v="547"/>
        <pc:sldMkLst>
          <pc:docMk/>
          <pc:sldMk cId="1842494628" sldId="333"/>
        </pc:sldMkLst>
        <pc:spChg chg="mod">
          <ac:chgData name="Clint Harwood" userId="868c4513-4632-4226-bd05-c46b0408d97b" providerId="ADAL" clId="{84171326-6505-4800-91EF-F0FB51E02980}" dt="2025-09-11T18:56:34.412" v="450" actId="20577"/>
          <ac:spMkLst>
            <pc:docMk/>
            <pc:sldMk cId="1842494628" sldId="333"/>
            <ac:spMk id="2" creationId="{C00D7742-EE6D-5574-13FA-FDC34967DA16}"/>
          </ac:spMkLst>
        </pc:spChg>
      </pc:sldChg>
      <pc:sldChg chg="addSp delSp modSp mod ord">
        <pc:chgData name="Clint Harwood" userId="868c4513-4632-4226-bd05-c46b0408d97b" providerId="ADAL" clId="{84171326-6505-4800-91EF-F0FB51E02980}" dt="2025-09-12T00:38:31.151" v="1025" actId="1076"/>
        <pc:sldMkLst>
          <pc:docMk/>
          <pc:sldMk cId="3297820764" sldId="334"/>
        </pc:sldMkLst>
        <pc:spChg chg="mod">
          <ac:chgData name="Clint Harwood" userId="868c4513-4632-4226-bd05-c46b0408d97b" providerId="ADAL" clId="{84171326-6505-4800-91EF-F0FB51E02980}" dt="2025-09-12T00:36:24.620" v="1006" actId="20577"/>
          <ac:spMkLst>
            <pc:docMk/>
            <pc:sldMk cId="3297820764" sldId="334"/>
            <ac:spMk id="2" creationId="{EE18916E-1062-5491-B2CC-7A961791DE18}"/>
          </ac:spMkLst>
        </pc:spChg>
        <pc:picChg chg="add mod">
          <ac:chgData name="Clint Harwood" userId="868c4513-4632-4226-bd05-c46b0408d97b" providerId="ADAL" clId="{84171326-6505-4800-91EF-F0FB51E02980}" dt="2025-09-12T00:38:31.151" v="1025" actId="1076"/>
          <ac:picMkLst>
            <pc:docMk/>
            <pc:sldMk cId="3297820764" sldId="334"/>
            <ac:picMk id="4" creationId="{848F94EF-8125-DE5F-4162-B2C46EA2569C}"/>
          </ac:picMkLst>
        </pc:picChg>
        <pc:picChg chg="del">
          <ac:chgData name="Clint Harwood" userId="868c4513-4632-4226-bd05-c46b0408d97b" providerId="ADAL" clId="{84171326-6505-4800-91EF-F0FB51E02980}" dt="2025-09-12T00:36:27.270" v="1007" actId="478"/>
          <ac:picMkLst>
            <pc:docMk/>
            <pc:sldMk cId="3297820764" sldId="334"/>
            <ac:picMk id="6" creationId="{E4588D77-A96A-D884-145C-479FB92085BF}"/>
          </ac:picMkLst>
        </pc:picChg>
        <pc:picChg chg="del">
          <ac:chgData name="Clint Harwood" userId="868c4513-4632-4226-bd05-c46b0408d97b" providerId="ADAL" clId="{84171326-6505-4800-91EF-F0FB51E02980}" dt="2025-09-12T00:36:28.033" v="1008" actId="478"/>
          <ac:picMkLst>
            <pc:docMk/>
            <pc:sldMk cId="3297820764" sldId="334"/>
            <ac:picMk id="7" creationId="{DF02916B-712A-B717-7E44-379476C2AA12}"/>
          </ac:picMkLst>
        </pc:picChg>
        <pc:picChg chg="del">
          <ac:chgData name="Clint Harwood" userId="868c4513-4632-4226-bd05-c46b0408d97b" providerId="ADAL" clId="{84171326-6505-4800-91EF-F0FB51E02980}" dt="2025-09-12T00:36:28.590" v="1009" actId="478"/>
          <ac:picMkLst>
            <pc:docMk/>
            <pc:sldMk cId="3297820764" sldId="334"/>
            <ac:picMk id="8" creationId="{C84357E8-4138-FAA0-C919-F47141408CE3}"/>
          </ac:picMkLst>
        </pc:picChg>
      </pc:sldChg>
      <pc:sldChg chg="del">
        <pc:chgData name="Clint Harwood" userId="868c4513-4632-4226-bd05-c46b0408d97b" providerId="ADAL" clId="{84171326-6505-4800-91EF-F0FB51E02980}" dt="2025-09-12T00:36:38.795" v="1019" actId="47"/>
        <pc:sldMkLst>
          <pc:docMk/>
          <pc:sldMk cId="2906011692" sldId="336"/>
        </pc:sldMkLst>
      </pc:sldChg>
      <pc:sldChg chg="del">
        <pc:chgData name="Clint Harwood" userId="868c4513-4632-4226-bd05-c46b0408d97b" providerId="ADAL" clId="{84171326-6505-4800-91EF-F0FB51E02980}" dt="2025-09-12T00:36:41.930" v="1022" actId="47"/>
        <pc:sldMkLst>
          <pc:docMk/>
          <pc:sldMk cId="2489449769" sldId="337"/>
        </pc:sldMkLst>
      </pc:sldChg>
      <pc:sldChg chg="del">
        <pc:chgData name="Clint Harwood" userId="868c4513-4632-4226-bd05-c46b0408d97b" providerId="ADAL" clId="{84171326-6505-4800-91EF-F0FB51E02980}" dt="2025-09-12T00:36:32.896" v="1012" actId="47"/>
        <pc:sldMkLst>
          <pc:docMk/>
          <pc:sldMk cId="2216167989" sldId="338"/>
        </pc:sldMkLst>
      </pc:sldChg>
      <pc:sldChg chg="del">
        <pc:chgData name="Clint Harwood" userId="868c4513-4632-4226-bd05-c46b0408d97b" providerId="ADAL" clId="{84171326-6505-4800-91EF-F0FB51E02980}" dt="2025-09-12T00:07:10.792" v="519" actId="47"/>
        <pc:sldMkLst>
          <pc:docMk/>
          <pc:sldMk cId="591005050" sldId="340"/>
        </pc:sldMkLst>
      </pc:sldChg>
      <pc:sldChg chg="del">
        <pc:chgData name="Clint Harwood" userId="868c4513-4632-4226-bd05-c46b0408d97b" providerId="ADAL" clId="{84171326-6505-4800-91EF-F0FB51E02980}" dt="2025-09-12T00:36:33.719" v="1013" actId="47"/>
        <pc:sldMkLst>
          <pc:docMk/>
          <pc:sldMk cId="2713860917" sldId="341"/>
        </pc:sldMkLst>
      </pc:sldChg>
      <pc:sldChg chg="del">
        <pc:chgData name="Clint Harwood" userId="868c4513-4632-4226-bd05-c46b0408d97b" providerId="ADAL" clId="{84171326-6505-4800-91EF-F0FB51E02980}" dt="2025-09-12T00:36:36.518" v="1016" actId="47"/>
        <pc:sldMkLst>
          <pc:docMk/>
          <pc:sldMk cId="2963848567" sldId="342"/>
        </pc:sldMkLst>
      </pc:sldChg>
      <pc:sldChg chg="del">
        <pc:chgData name="Clint Harwood" userId="868c4513-4632-4226-bd05-c46b0408d97b" providerId="ADAL" clId="{84171326-6505-4800-91EF-F0FB51E02980}" dt="2025-09-12T00:36:37.252" v="1017" actId="47"/>
        <pc:sldMkLst>
          <pc:docMk/>
          <pc:sldMk cId="507530152" sldId="343"/>
        </pc:sldMkLst>
      </pc:sldChg>
      <pc:sldChg chg="del">
        <pc:chgData name="Clint Harwood" userId="868c4513-4632-4226-bd05-c46b0408d97b" providerId="ADAL" clId="{84171326-6505-4800-91EF-F0FB51E02980}" dt="2025-09-12T00:36:38.058" v="1018" actId="47"/>
        <pc:sldMkLst>
          <pc:docMk/>
          <pc:sldMk cId="1313273644" sldId="344"/>
        </pc:sldMkLst>
      </pc:sldChg>
      <pc:sldChg chg="del">
        <pc:chgData name="Clint Harwood" userId="868c4513-4632-4226-bd05-c46b0408d97b" providerId="ADAL" clId="{84171326-6505-4800-91EF-F0FB51E02980}" dt="2025-09-12T00:36:40.966" v="1021" actId="47"/>
        <pc:sldMkLst>
          <pc:docMk/>
          <pc:sldMk cId="474630659" sldId="345"/>
        </pc:sldMkLst>
      </pc:sldChg>
      <pc:sldChg chg="del">
        <pc:chgData name="Clint Harwood" userId="868c4513-4632-4226-bd05-c46b0408d97b" providerId="ADAL" clId="{84171326-6505-4800-91EF-F0FB51E02980}" dt="2025-09-12T00:36:39.815" v="1020" actId="47"/>
        <pc:sldMkLst>
          <pc:docMk/>
          <pc:sldMk cId="1290285413" sldId="346"/>
        </pc:sldMkLst>
      </pc:sldChg>
      <pc:sldChg chg="del">
        <pc:chgData name="Clint Harwood" userId="868c4513-4632-4226-bd05-c46b0408d97b" providerId="ADAL" clId="{84171326-6505-4800-91EF-F0FB51E02980}" dt="2025-09-12T00:36:31.553" v="1011" actId="47"/>
        <pc:sldMkLst>
          <pc:docMk/>
          <pc:sldMk cId="134395577" sldId="347"/>
        </pc:sldMkLst>
      </pc:sldChg>
      <pc:sldChg chg="del">
        <pc:chgData name="Clint Harwood" userId="868c4513-4632-4226-bd05-c46b0408d97b" providerId="ADAL" clId="{84171326-6505-4800-91EF-F0FB51E02980}" dt="2025-09-12T00:36:34.738" v="1014" actId="47"/>
        <pc:sldMkLst>
          <pc:docMk/>
          <pc:sldMk cId="4219147780" sldId="348"/>
        </pc:sldMkLst>
      </pc:sldChg>
      <pc:sldChg chg="del">
        <pc:chgData name="Clint Harwood" userId="868c4513-4632-4226-bd05-c46b0408d97b" providerId="ADAL" clId="{84171326-6505-4800-91EF-F0FB51E02980}" dt="2025-09-12T00:36:35.694" v="1015" actId="47"/>
        <pc:sldMkLst>
          <pc:docMk/>
          <pc:sldMk cId="3415836428" sldId="349"/>
        </pc:sldMkLst>
      </pc:sldChg>
      <pc:sldChg chg="modSp add mod ord">
        <pc:chgData name="Clint Harwood" userId="868c4513-4632-4226-bd05-c46b0408d97b" providerId="ADAL" clId="{84171326-6505-4800-91EF-F0FB51E02980}" dt="2025-09-11T18:57:30.949" v="479"/>
        <pc:sldMkLst>
          <pc:docMk/>
          <pc:sldMk cId="3538415155" sldId="350"/>
        </pc:sldMkLst>
        <pc:spChg chg="mod">
          <ac:chgData name="Clint Harwood" userId="868c4513-4632-4226-bd05-c46b0408d97b" providerId="ADAL" clId="{84171326-6505-4800-91EF-F0FB51E02980}" dt="2025-09-11T18:57:26.168" v="477" actId="20577"/>
          <ac:spMkLst>
            <pc:docMk/>
            <pc:sldMk cId="3538415155" sldId="350"/>
            <ac:spMk id="2" creationId="{0AC70EB0-2F1D-5B03-217A-A5F73BF11987}"/>
          </ac:spMkLst>
        </pc:spChg>
      </pc:sldChg>
      <pc:sldChg chg="modSp add mod ord">
        <pc:chgData name="Clint Harwood" userId="868c4513-4632-4226-bd05-c46b0408d97b" providerId="ADAL" clId="{84171326-6505-4800-91EF-F0FB51E02980}" dt="2025-09-11T18:57:51.042" v="502"/>
        <pc:sldMkLst>
          <pc:docMk/>
          <pc:sldMk cId="296675152" sldId="351"/>
        </pc:sldMkLst>
        <pc:spChg chg="mod">
          <ac:chgData name="Clint Harwood" userId="868c4513-4632-4226-bd05-c46b0408d97b" providerId="ADAL" clId="{84171326-6505-4800-91EF-F0FB51E02980}" dt="2025-09-11T18:57:47.998" v="500" actId="14100"/>
          <ac:spMkLst>
            <pc:docMk/>
            <pc:sldMk cId="296675152" sldId="351"/>
            <ac:spMk id="2" creationId="{BA09AF9C-26BB-E4A7-E659-B801931169F3}"/>
          </ac:spMkLst>
        </pc:spChg>
      </pc:sldChg>
      <pc:sldChg chg="addSp delSp modSp add mod modClrScheme chgLayout">
        <pc:chgData name="Clint Harwood" userId="868c4513-4632-4226-bd05-c46b0408d97b" providerId="ADAL" clId="{84171326-6505-4800-91EF-F0FB51E02980}" dt="2025-09-12T00:10:21.796" v="573" actId="14100"/>
        <pc:sldMkLst>
          <pc:docMk/>
          <pc:sldMk cId="3520097767" sldId="352"/>
        </pc:sldMkLst>
        <pc:spChg chg="mod ord">
          <ac:chgData name="Clint Harwood" userId="868c4513-4632-4226-bd05-c46b0408d97b" providerId="ADAL" clId="{84171326-6505-4800-91EF-F0FB51E02980}" dt="2025-09-12T00:10:15.350" v="572" actId="1076"/>
          <ac:spMkLst>
            <pc:docMk/>
            <pc:sldMk cId="3520097767" sldId="352"/>
            <ac:spMk id="4" creationId="{E81F95BB-83AF-65D1-9347-1892F5CC50BE}"/>
          </ac:spMkLst>
        </pc:spChg>
        <pc:spChg chg="del">
          <ac:chgData name="Clint Harwood" userId="868c4513-4632-4226-bd05-c46b0408d97b" providerId="ADAL" clId="{84171326-6505-4800-91EF-F0FB51E02980}" dt="2025-09-12T00:06:21.394" v="510" actId="478"/>
          <ac:spMkLst>
            <pc:docMk/>
            <pc:sldMk cId="3520097767" sldId="352"/>
            <ac:spMk id="5" creationId="{B8A12198-235B-E482-619F-C678D16747A6}"/>
          </ac:spMkLst>
        </pc:spChg>
        <pc:picChg chg="add mod">
          <ac:chgData name="Clint Harwood" userId="868c4513-4632-4226-bd05-c46b0408d97b" providerId="ADAL" clId="{84171326-6505-4800-91EF-F0FB51E02980}" dt="2025-09-12T00:10:21.796" v="573" actId="14100"/>
          <ac:picMkLst>
            <pc:docMk/>
            <pc:sldMk cId="3520097767" sldId="352"/>
            <ac:picMk id="3" creationId="{EE1DDA53-442F-163D-E75E-F8477DE75AA5}"/>
          </ac:picMkLst>
        </pc:picChg>
      </pc:sldChg>
      <pc:sldChg chg="addSp delSp modSp new mod modClrScheme chgLayout">
        <pc:chgData name="Clint Harwood" userId="868c4513-4632-4226-bd05-c46b0408d97b" providerId="ADAL" clId="{84171326-6505-4800-91EF-F0FB51E02980}" dt="2025-09-12T00:12:16.060" v="680" actId="20577"/>
        <pc:sldMkLst>
          <pc:docMk/>
          <pc:sldMk cId="4162552510" sldId="353"/>
        </pc:sldMkLst>
        <pc:spChg chg="del mod ord">
          <ac:chgData name="Clint Harwood" userId="868c4513-4632-4226-bd05-c46b0408d97b" providerId="ADAL" clId="{84171326-6505-4800-91EF-F0FB51E02980}" dt="2025-09-12T00:12:11.783" v="673" actId="700"/>
          <ac:spMkLst>
            <pc:docMk/>
            <pc:sldMk cId="4162552510" sldId="353"/>
            <ac:spMk id="2" creationId="{095EA666-81C7-B363-5152-E2E4F2866AC7}"/>
          </ac:spMkLst>
        </pc:spChg>
        <pc:spChg chg="del mod ord">
          <ac:chgData name="Clint Harwood" userId="868c4513-4632-4226-bd05-c46b0408d97b" providerId="ADAL" clId="{84171326-6505-4800-91EF-F0FB51E02980}" dt="2025-09-12T00:12:11.783" v="673" actId="700"/>
          <ac:spMkLst>
            <pc:docMk/>
            <pc:sldMk cId="4162552510" sldId="353"/>
            <ac:spMk id="3" creationId="{B4224AF8-6AEC-E904-2770-B9B439AED46F}"/>
          </ac:spMkLst>
        </pc:spChg>
        <pc:spChg chg="del">
          <ac:chgData name="Clint Harwood" userId="868c4513-4632-4226-bd05-c46b0408d97b" providerId="ADAL" clId="{84171326-6505-4800-91EF-F0FB51E02980}" dt="2025-09-12T00:12:11.783" v="673" actId="700"/>
          <ac:spMkLst>
            <pc:docMk/>
            <pc:sldMk cId="4162552510" sldId="353"/>
            <ac:spMk id="4" creationId="{C66AF524-4C9B-5B83-5FCC-FF34129E0191}"/>
          </ac:spMkLst>
        </pc:spChg>
        <pc:spChg chg="add mod ord">
          <ac:chgData name="Clint Harwood" userId="868c4513-4632-4226-bd05-c46b0408d97b" providerId="ADAL" clId="{84171326-6505-4800-91EF-F0FB51E02980}" dt="2025-09-12T00:12:16.060" v="680" actId="20577"/>
          <ac:spMkLst>
            <pc:docMk/>
            <pc:sldMk cId="4162552510" sldId="353"/>
            <ac:spMk id="5" creationId="{6B9F4FAC-A5A8-5516-90A0-A52DF8E91A57}"/>
          </ac:spMkLst>
        </pc:spChg>
        <pc:spChg chg="add mod ord">
          <ac:chgData name="Clint Harwood" userId="868c4513-4632-4226-bd05-c46b0408d97b" providerId="ADAL" clId="{84171326-6505-4800-91EF-F0FB51E02980}" dt="2025-09-12T00:12:11.783" v="673" actId="700"/>
          <ac:spMkLst>
            <pc:docMk/>
            <pc:sldMk cId="4162552510" sldId="353"/>
            <ac:spMk id="6" creationId="{B6D2368E-4BB9-0579-7B32-9AAFAFD95EE3}"/>
          </ac:spMkLst>
        </pc:spChg>
      </pc:sldChg>
      <pc:sldChg chg="addSp delSp modSp add mod ord">
        <pc:chgData name="Clint Harwood" userId="868c4513-4632-4226-bd05-c46b0408d97b" providerId="ADAL" clId="{84171326-6505-4800-91EF-F0FB51E02980}" dt="2025-09-12T00:42:44.328" v="1229" actId="403"/>
        <pc:sldMkLst>
          <pc:docMk/>
          <pc:sldMk cId="2448490926" sldId="354"/>
        </pc:sldMkLst>
        <pc:spChg chg="add mod">
          <ac:chgData name="Clint Harwood" userId="868c4513-4632-4226-bd05-c46b0408d97b" providerId="ADAL" clId="{84171326-6505-4800-91EF-F0FB51E02980}" dt="2025-09-12T00:42:44.328" v="1229" actId="403"/>
          <ac:spMkLst>
            <pc:docMk/>
            <pc:sldMk cId="2448490926" sldId="354"/>
            <ac:spMk id="3" creationId="{88308A91-DC1B-CBF4-8069-23225F79758C}"/>
          </ac:spMkLst>
        </pc:spChg>
        <pc:picChg chg="del">
          <ac:chgData name="Clint Harwood" userId="868c4513-4632-4226-bd05-c46b0408d97b" providerId="ADAL" clId="{84171326-6505-4800-91EF-F0FB51E02980}" dt="2025-09-12T00:40:47.615" v="1081" actId="478"/>
          <ac:picMkLst>
            <pc:docMk/>
            <pc:sldMk cId="2448490926" sldId="354"/>
            <ac:picMk id="4" creationId="{F4AAB83A-55AE-AB9A-A17D-D4B6C4CEDFBC}"/>
          </ac:picMkLst>
        </pc:picChg>
      </pc:sldChg>
      <pc:sldChg chg="addSp delSp modSp add del mod ord">
        <pc:chgData name="Clint Harwood" userId="868c4513-4632-4226-bd05-c46b0408d97b" providerId="ADAL" clId="{84171326-6505-4800-91EF-F0FB51E02980}" dt="2025-09-12T17:45:18.793" v="1322" actId="47"/>
        <pc:sldMkLst>
          <pc:docMk/>
          <pc:sldMk cId="3553799041" sldId="355"/>
        </pc:sldMkLst>
        <pc:spChg chg="mod">
          <ac:chgData name="Clint Harwood" userId="868c4513-4632-4226-bd05-c46b0408d97b" providerId="ADAL" clId="{84171326-6505-4800-91EF-F0FB51E02980}" dt="2025-09-12T17:38:20.242" v="1305" actId="20577"/>
          <ac:spMkLst>
            <pc:docMk/>
            <pc:sldMk cId="3553799041" sldId="355"/>
            <ac:spMk id="2" creationId="{29CE172E-EE3A-C99E-148A-AA782B3D4F83}"/>
          </ac:spMkLst>
        </pc:spChg>
        <pc:spChg chg="del">
          <ac:chgData name="Clint Harwood" userId="868c4513-4632-4226-bd05-c46b0408d97b" providerId="ADAL" clId="{84171326-6505-4800-91EF-F0FB51E02980}" dt="2025-09-12T17:38:25.941" v="1306" actId="478"/>
          <ac:spMkLst>
            <pc:docMk/>
            <pc:sldMk cId="3553799041" sldId="355"/>
            <ac:spMk id="3" creationId="{C0426F6F-2B70-D230-7A24-10DBC6D31A8A}"/>
          </ac:spMkLst>
        </pc:spChg>
        <pc:picChg chg="del">
          <ac:chgData name="Clint Harwood" userId="868c4513-4632-4226-bd05-c46b0408d97b" providerId="ADAL" clId="{84171326-6505-4800-91EF-F0FB51E02980}" dt="2025-09-12T17:38:10.091" v="1285" actId="478"/>
          <ac:picMkLst>
            <pc:docMk/>
            <pc:sldMk cId="3553799041" sldId="355"/>
            <ac:picMk id="5" creationId="{D277F48E-B9B2-D53E-87B1-3D1E0B69ADD4}"/>
          </ac:picMkLst>
        </pc:picChg>
        <pc:picChg chg="add mod">
          <ac:chgData name="Clint Harwood" userId="868c4513-4632-4226-bd05-c46b0408d97b" providerId="ADAL" clId="{84171326-6505-4800-91EF-F0FB51E02980}" dt="2025-09-12T17:39:21.971" v="1311" actId="1076"/>
          <ac:picMkLst>
            <pc:docMk/>
            <pc:sldMk cId="3553799041" sldId="355"/>
            <ac:picMk id="6" creationId="{7D244278-ADFA-A85C-71C0-E9EF50998DFB}"/>
          </ac:picMkLst>
        </pc:picChg>
      </pc:sldChg>
      <pc:sldChg chg="addSp delSp modSp add del mod ord">
        <pc:chgData name="Clint Harwood" userId="868c4513-4632-4226-bd05-c46b0408d97b" providerId="ADAL" clId="{84171326-6505-4800-91EF-F0FB51E02980}" dt="2025-09-12T17:45:21.516" v="1323" actId="47"/>
        <pc:sldMkLst>
          <pc:docMk/>
          <pc:sldMk cId="3470989169" sldId="356"/>
        </pc:sldMkLst>
        <pc:spChg chg="mod">
          <ac:chgData name="Clint Harwood" userId="868c4513-4632-4226-bd05-c46b0408d97b" providerId="ADAL" clId="{84171326-6505-4800-91EF-F0FB51E02980}" dt="2025-09-12T17:45:00.107" v="1321" actId="20577"/>
          <ac:spMkLst>
            <pc:docMk/>
            <pc:sldMk cId="3470989169" sldId="356"/>
            <ac:spMk id="11" creationId="{35933AE4-D4C1-4C31-D01B-6848BA985DD0}"/>
          </ac:spMkLst>
        </pc:spChg>
        <pc:picChg chg="del">
          <ac:chgData name="Clint Harwood" userId="868c4513-4632-4226-bd05-c46b0408d97b" providerId="ADAL" clId="{84171326-6505-4800-91EF-F0FB51E02980}" dt="2025-09-12T17:44:39.902" v="1315" actId="478"/>
          <ac:picMkLst>
            <pc:docMk/>
            <pc:sldMk cId="3470989169" sldId="356"/>
            <ac:picMk id="4" creationId="{D7270FF6-B7AD-8199-F47B-C1D0D2040EB3}"/>
          </ac:picMkLst>
        </pc:picChg>
        <pc:picChg chg="add mod">
          <ac:chgData name="Clint Harwood" userId="868c4513-4632-4226-bd05-c46b0408d97b" providerId="ADAL" clId="{84171326-6505-4800-91EF-F0FB51E02980}" dt="2025-09-12T17:44:45.942" v="1317" actId="1076"/>
          <ac:picMkLst>
            <pc:docMk/>
            <pc:sldMk cId="3470989169" sldId="356"/>
            <ac:picMk id="6" creationId="{96D88292-A647-16BF-361F-BD7DD8810CBE}"/>
          </ac:picMkLst>
        </pc:picChg>
        <pc:picChg chg="add del">
          <ac:chgData name="Clint Harwood" userId="868c4513-4632-4226-bd05-c46b0408d97b" providerId="ADAL" clId="{84171326-6505-4800-91EF-F0FB51E02980}" dt="2025-09-12T17:44:58.673" v="1320" actId="22"/>
          <ac:picMkLst>
            <pc:docMk/>
            <pc:sldMk cId="3470989169" sldId="356"/>
            <ac:picMk id="8" creationId="{C33AEEF0-1D99-8B5A-ACD1-F237F612D860}"/>
          </ac:picMkLst>
        </pc:picChg>
      </pc:sldChg>
      <pc:sldMasterChg chg="delSldLayout">
        <pc:chgData name="Clint Harwood" userId="868c4513-4632-4226-bd05-c46b0408d97b" providerId="ADAL" clId="{84171326-6505-4800-91EF-F0FB51E02980}" dt="2025-09-12T00:07:10.792" v="519" actId="47"/>
        <pc:sldMasterMkLst>
          <pc:docMk/>
          <pc:sldMasterMk cId="2460954070" sldId="2147483660"/>
        </pc:sldMasterMkLst>
        <pc:sldLayoutChg chg="del">
          <pc:chgData name="Clint Harwood" userId="868c4513-4632-4226-bd05-c46b0408d97b" providerId="ADAL" clId="{84171326-6505-4800-91EF-F0FB51E02980}" dt="2025-09-12T00:07:10.792" v="519" actId="47"/>
          <pc:sldLayoutMkLst>
            <pc:docMk/>
            <pc:sldMasterMk cId="2460954070" sldId="2147483660"/>
            <pc:sldLayoutMk cId="304854848" sldId="2147483682"/>
          </pc:sldLayoutMkLst>
        </pc:sldLayout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306C697-DBFB-4803-B6A4-B61E7CE87E4C}" type="datetimeFigureOut">
              <a:t>11/18/2025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D0AF1AA-699A-460A-BCD0-5EB69B73B24E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972561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0" name="Google Shape;1390;p1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391" name="Google Shape;1391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jpeg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jpeg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3.jpeg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4.jpe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eg"/><Relationship Id="rId2" Type="http://schemas.openxmlformats.org/officeDocument/2006/relationships/image" Target="../media/image1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0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11/18/2025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53878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11/18/2025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91384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11/18/2025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15245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11/18/2025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30920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11/18/2025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31723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11/18/2025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03125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11/18/2025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63889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11/18/2025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18414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11/18/2025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89582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11/18/2025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29054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11/18/2025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44565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tile Slide">
  <p:cSld name="1_Ttile Slide">
    <p:bg>
      <p:bgPr>
        <a:solidFill>
          <a:srgbClr val="93C847"/>
        </a:solidFill>
        <a:effectLst/>
      </p:bgPr>
    </p:bg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Google Shape;12;p97" descr="A person in glasses looking at a computer&#10;&#10;Description automatically generated"/>
          <p:cNvPicPr preferRelativeResize="0"/>
          <p:nvPr/>
        </p:nvPicPr>
        <p:blipFill rotWithShape="1">
          <a:blip r:embed="rId2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Google Shape;13;p97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71499" y="311824"/>
            <a:ext cx="1406177" cy="63305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4" name="Google Shape;14;p97"/>
          <p:cNvGrpSpPr/>
          <p:nvPr/>
        </p:nvGrpSpPr>
        <p:grpSpPr>
          <a:xfrm rot="10800000">
            <a:off x="11722654" y="0"/>
            <a:ext cx="469343" cy="6858000"/>
            <a:chOff x="-50800" y="-51010"/>
            <a:chExt cx="349251" cy="5194510"/>
          </a:xfrm>
        </p:grpSpPr>
        <p:pic>
          <p:nvPicPr>
            <p:cNvPr id="15" name="Google Shape;15;p97"/>
            <p:cNvPicPr preferRelativeResize="0"/>
            <p:nvPr/>
          </p:nvPicPr>
          <p:blipFill rotWithShape="1">
            <a:blip r:embed="rId4">
              <a:alphaModFix/>
            </a:blip>
            <a:srcRect t="24459" r="74787"/>
            <a:stretch/>
          </p:blipFill>
          <p:spPr>
            <a:xfrm>
              <a:off x="-50800" y="-51010"/>
              <a:ext cx="349245" cy="1044888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6" name="Google Shape;16;p97"/>
            <p:cNvPicPr preferRelativeResize="0"/>
            <p:nvPr/>
          </p:nvPicPr>
          <p:blipFill rotWithShape="1">
            <a:blip r:embed="rId4">
              <a:alphaModFix/>
            </a:blip>
            <a:srcRect r="74787"/>
            <a:stretch/>
          </p:blipFill>
          <p:spPr>
            <a:xfrm>
              <a:off x="-50800" y="993883"/>
              <a:ext cx="349251" cy="1383202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7" name="Google Shape;17;p97"/>
            <p:cNvPicPr preferRelativeResize="0"/>
            <p:nvPr/>
          </p:nvPicPr>
          <p:blipFill rotWithShape="1">
            <a:blip r:embed="rId4">
              <a:alphaModFix/>
            </a:blip>
            <a:srcRect r="74787"/>
            <a:stretch/>
          </p:blipFill>
          <p:spPr>
            <a:xfrm>
              <a:off x="-50800" y="2377091"/>
              <a:ext cx="349251" cy="1383202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8" name="Google Shape;18;p97"/>
            <p:cNvPicPr preferRelativeResize="0"/>
            <p:nvPr/>
          </p:nvPicPr>
          <p:blipFill rotWithShape="1">
            <a:blip r:embed="rId4">
              <a:alphaModFix/>
            </a:blip>
            <a:srcRect r="74787"/>
            <a:stretch/>
          </p:blipFill>
          <p:spPr>
            <a:xfrm>
              <a:off x="-50800" y="3760298"/>
              <a:ext cx="349251" cy="1383202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9" name="Google Shape;19;p97"/>
          <p:cNvSpPr txBox="1">
            <a:spLocks noGrp="1"/>
          </p:cNvSpPr>
          <p:nvPr>
            <p:ph type="title"/>
          </p:nvPr>
        </p:nvSpPr>
        <p:spPr>
          <a:xfrm>
            <a:off x="499474" y="1384577"/>
            <a:ext cx="5703206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Poppins"/>
              <a:buNone/>
              <a:defRPr sz="4400" b="1" i="0" u="none" strike="noStrike" cap="none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20" name="Google Shape;20;p97"/>
          <p:cNvSpPr txBox="1">
            <a:spLocks noGrp="1"/>
          </p:cNvSpPr>
          <p:nvPr>
            <p:ph type="body" idx="1"/>
          </p:nvPr>
        </p:nvSpPr>
        <p:spPr>
          <a:xfrm>
            <a:off x="500063" y="4420235"/>
            <a:ext cx="5702300" cy="8223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4542291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ntroductions">
  <p:cSld name="1_Introductions">
    <p:bg>
      <p:bgPr>
        <a:solidFill>
          <a:srgbClr val="EEEFF4"/>
        </a:solidFill>
        <a:effectLst/>
      </p:bgPr>
    </p:bg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" name="Google Shape;35;p98" descr="A person writing on a paper&#10;&#10;Description automatically generated"/>
          <p:cNvPicPr preferRelativeResize="0"/>
          <p:nvPr/>
        </p:nvPicPr>
        <p:blipFill rotWithShape="1">
          <a:blip r:embed="rId2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36" name="Google Shape;36;p98"/>
          <p:cNvGrpSpPr/>
          <p:nvPr/>
        </p:nvGrpSpPr>
        <p:grpSpPr>
          <a:xfrm rot="10800000">
            <a:off x="2" y="-23952"/>
            <a:ext cx="533396" cy="6896050"/>
            <a:chOff x="-50800" y="113913"/>
            <a:chExt cx="349251" cy="5029587"/>
          </a:xfrm>
        </p:grpSpPr>
        <p:pic>
          <p:nvPicPr>
            <p:cNvPr id="37" name="Google Shape;37;p98"/>
            <p:cNvPicPr preferRelativeResize="0"/>
            <p:nvPr/>
          </p:nvPicPr>
          <p:blipFill rotWithShape="1">
            <a:blip r:embed="rId3" cstate="email">
              <a:alphaModFix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 t="24459" r="74787"/>
            <a:stretch/>
          </p:blipFill>
          <p:spPr>
            <a:xfrm>
              <a:off x="-50799" y="113913"/>
              <a:ext cx="349245" cy="879965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8" name="Google Shape;38;p98"/>
            <p:cNvPicPr preferRelativeResize="0"/>
            <p:nvPr/>
          </p:nvPicPr>
          <p:blipFill rotWithShape="1">
            <a:blip r:embed="rId4" cstate="email">
              <a:alphaModFix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 r="74787"/>
            <a:stretch/>
          </p:blipFill>
          <p:spPr>
            <a:xfrm>
              <a:off x="-50800" y="993883"/>
              <a:ext cx="349251" cy="1383202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9" name="Google Shape;39;p98"/>
            <p:cNvPicPr preferRelativeResize="0"/>
            <p:nvPr/>
          </p:nvPicPr>
          <p:blipFill rotWithShape="1">
            <a:blip r:embed="rId4" cstate="email">
              <a:alphaModFix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 r="74787"/>
            <a:stretch/>
          </p:blipFill>
          <p:spPr>
            <a:xfrm>
              <a:off x="-50800" y="2377091"/>
              <a:ext cx="349251" cy="1383202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40" name="Google Shape;40;p98"/>
            <p:cNvPicPr preferRelativeResize="0"/>
            <p:nvPr/>
          </p:nvPicPr>
          <p:blipFill rotWithShape="1">
            <a:blip r:embed="rId4" cstate="email">
              <a:alphaModFix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 r="74787"/>
            <a:stretch/>
          </p:blipFill>
          <p:spPr>
            <a:xfrm>
              <a:off x="-50800" y="3760298"/>
              <a:ext cx="349251" cy="1383202"/>
            </a:xfrm>
            <a:prstGeom prst="rect">
              <a:avLst/>
            </a:prstGeom>
            <a:noFill/>
            <a:ln>
              <a:noFill/>
            </a:ln>
          </p:spPr>
        </p:pic>
      </p:grpSp>
      <p:pic>
        <p:nvPicPr>
          <p:cNvPr id="41" name="Google Shape;41;p98" descr="A white circle with colorful lines&#10;&#10;Description automatically generated"/>
          <p:cNvPicPr preferRelativeResize="0"/>
          <p:nvPr/>
        </p:nvPicPr>
        <p:blipFill rotWithShape="1"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243146" y="1234150"/>
            <a:ext cx="2294291" cy="2294291"/>
          </a:xfrm>
          <a:prstGeom prst="rect">
            <a:avLst/>
          </a:prstGeom>
          <a:noFill/>
          <a:ln>
            <a:noFill/>
          </a:ln>
        </p:spPr>
      </p:pic>
      <p:sp>
        <p:nvSpPr>
          <p:cNvPr id="42" name="Google Shape;42;p98"/>
          <p:cNvSpPr txBox="1">
            <a:spLocks noGrp="1"/>
          </p:cNvSpPr>
          <p:nvPr>
            <p:ph type="title"/>
          </p:nvPr>
        </p:nvSpPr>
        <p:spPr>
          <a:xfrm>
            <a:off x="1412627" y="697764"/>
            <a:ext cx="4859219" cy="4643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2800"/>
              <a:buFont typeface="Poppins"/>
              <a:buNone/>
              <a:defRPr sz="2800" b="1" i="0" u="none" strike="noStrike" cap="none">
                <a:solidFill>
                  <a:srgbClr val="595959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43" name="Google Shape;43;p98"/>
          <p:cNvSpPr>
            <a:spLocks noGrp="1"/>
          </p:cNvSpPr>
          <p:nvPr>
            <p:ph type="pic" idx="2"/>
          </p:nvPr>
        </p:nvSpPr>
        <p:spPr>
          <a:xfrm>
            <a:off x="1885985" y="1785736"/>
            <a:ext cx="982113" cy="988014"/>
          </a:xfrm>
          <a:prstGeom prst="ellipse">
            <a:avLst/>
          </a:prstGeom>
          <a:noFill/>
          <a:ln>
            <a:noFill/>
          </a:ln>
        </p:spPr>
      </p:sp>
      <p:sp>
        <p:nvSpPr>
          <p:cNvPr id="44" name="Google Shape;44;p98"/>
          <p:cNvSpPr txBox="1">
            <a:spLocks noGrp="1"/>
          </p:cNvSpPr>
          <p:nvPr>
            <p:ph type="body" idx="1"/>
          </p:nvPr>
        </p:nvSpPr>
        <p:spPr>
          <a:xfrm>
            <a:off x="1542952" y="3182381"/>
            <a:ext cx="2009725" cy="4609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595959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595959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595959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595959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595959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595959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595959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595959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595959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pic>
        <p:nvPicPr>
          <p:cNvPr id="45" name="Google Shape;45;p98" descr="A white circle with colorful lines&#10;&#10;Description automatically generated"/>
          <p:cNvPicPr preferRelativeResize="0"/>
          <p:nvPr/>
        </p:nvPicPr>
        <p:blipFill rotWithShape="1"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165123" y="1242028"/>
            <a:ext cx="2294291" cy="2294291"/>
          </a:xfrm>
          <a:prstGeom prst="rect">
            <a:avLst/>
          </a:prstGeom>
          <a:noFill/>
          <a:ln>
            <a:noFill/>
          </a:ln>
        </p:spPr>
      </p:pic>
      <p:sp>
        <p:nvSpPr>
          <p:cNvPr id="46" name="Google Shape;46;p98"/>
          <p:cNvSpPr>
            <a:spLocks noGrp="1"/>
          </p:cNvSpPr>
          <p:nvPr>
            <p:ph type="pic" idx="3"/>
          </p:nvPr>
        </p:nvSpPr>
        <p:spPr>
          <a:xfrm>
            <a:off x="4807962" y="1793614"/>
            <a:ext cx="982113" cy="988014"/>
          </a:xfrm>
          <a:prstGeom prst="ellipse">
            <a:avLst/>
          </a:prstGeom>
          <a:noFill/>
          <a:ln>
            <a:noFill/>
          </a:ln>
        </p:spPr>
      </p:sp>
      <p:pic>
        <p:nvPicPr>
          <p:cNvPr id="47" name="Google Shape;47;p98" descr="A white circle with colorful lines&#10;&#10;Description automatically generated"/>
          <p:cNvPicPr preferRelativeResize="0"/>
          <p:nvPr/>
        </p:nvPicPr>
        <p:blipFill rotWithShape="1"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259563" y="3920858"/>
            <a:ext cx="2294291" cy="2294291"/>
          </a:xfrm>
          <a:prstGeom prst="rect">
            <a:avLst/>
          </a:prstGeom>
          <a:noFill/>
          <a:ln>
            <a:noFill/>
          </a:ln>
        </p:spPr>
      </p:pic>
      <p:sp>
        <p:nvSpPr>
          <p:cNvPr id="48" name="Google Shape;48;p98"/>
          <p:cNvSpPr>
            <a:spLocks noGrp="1"/>
          </p:cNvSpPr>
          <p:nvPr>
            <p:ph type="pic" idx="4"/>
          </p:nvPr>
        </p:nvSpPr>
        <p:spPr>
          <a:xfrm>
            <a:off x="1902402" y="4472444"/>
            <a:ext cx="982113" cy="988014"/>
          </a:xfrm>
          <a:prstGeom prst="ellipse">
            <a:avLst/>
          </a:prstGeom>
          <a:noFill/>
          <a:ln>
            <a:noFill/>
          </a:ln>
        </p:spPr>
      </p:sp>
      <p:pic>
        <p:nvPicPr>
          <p:cNvPr id="49" name="Google Shape;49;p98" descr="A white circle with colorful lines&#10;&#10;Description automatically generated"/>
          <p:cNvPicPr preferRelativeResize="0"/>
          <p:nvPr/>
        </p:nvPicPr>
        <p:blipFill rotWithShape="1"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162026" y="3904617"/>
            <a:ext cx="2294291" cy="2294291"/>
          </a:xfrm>
          <a:prstGeom prst="rect">
            <a:avLst/>
          </a:prstGeom>
          <a:noFill/>
          <a:ln>
            <a:noFill/>
          </a:ln>
        </p:spPr>
      </p:pic>
      <p:sp>
        <p:nvSpPr>
          <p:cNvPr id="50" name="Google Shape;50;p98"/>
          <p:cNvSpPr>
            <a:spLocks noGrp="1"/>
          </p:cNvSpPr>
          <p:nvPr>
            <p:ph type="pic" idx="5"/>
          </p:nvPr>
        </p:nvSpPr>
        <p:spPr>
          <a:xfrm>
            <a:off x="4804865" y="4456203"/>
            <a:ext cx="982113" cy="988014"/>
          </a:xfrm>
          <a:prstGeom prst="ellipse">
            <a:avLst/>
          </a:prstGeom>
          <a:noFill/>
          <a:ln>
            <a:noFill/>
          </a:ln>
        </p:spPr>
      </p:sp>
      <p:sp>
        <p:nvSpPr>
          <p:cNvPr id="51" name="Google Shape;51;p98"/>
          <p:cNvSpPr txBox="1">
            <a:spLocks noGrp="1"/>
          </p:cNvSpPr>
          <p:nvPr>
            <p:ph type="body" idx="6"/>
          </p:nvPr>
        </p:nvSpPr>
        <p:spPr>
          <a:xfrm>
            <a:off x="4433135" y="3208470"/>
            <a:ext cx="2009725" cy="4609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595959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595959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595959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595959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595959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595959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595959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595959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595959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2" name="Google Shape;52;p98"/>
          <p:cNvSpPr txBox="1">
            <a:spLocks noGrp="1"/>
          </p:cNvSpPr>
          <p:nvPr>
            <p:ph type="body" idx="7"/>
          </p:nvPr>
        </p:nvSpPr>
        <p:spPr>
          <a:xfrm>
            <a:off x="4428099" y="5826282"/>
            <a:ext cx="2009725" cy="4609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595959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595959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595959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595959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595959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595959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595959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595959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595959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3" name="Google Shape;53;p98"/>
          <p:cNvSpPr txBox="1">
            <a:spLocks noGrp="1"/>
          </p:cNvSpPr>
          <p:nvPr>
            <p:ph type="body" idx="8"/>
          </p:nvPr>
        </p:nvSpPr>
        <p:spPr>
          <a:xfrm>
            <a:off x="1546264" y="5826282"/>
            <a:ext cx="2009725" cy="4609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595959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595959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595959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595959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595959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595959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595959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595959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595959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4" name="Google Shape;54;p98"/>
          <p:cNvSpPr txBox="1"/>
          <p:nvPr/>
        </p:nvSpPr>
        <p:spPr>
          <a:xfrm>
            <a:off x="5194300" y="6503738"/>
            <a:ext cx="2743200" cy="400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en-US" sz="1000" b="0" i="0" u="none" strike="noStrike" cap="none">
                <a:solidFill>
                  <a:srgbClr val="D0CECE"/>
                </a:solidFill>
                <a:latin typeface="Poppins Light"/>
                <a:ea typeface="Poppins Light"/>
                <a:cs typeface="Poppins Light"/>
                <a:sym typeface="Poppins Light"/>
              </a:rPr>
              <a:t>Proprietary &amp; Confidential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endParaRPr sz="1000" b="0" i="0" u="none" strike="noStrike" cap="none">
              <a:solidFill>
                <a:srgbClr val="D0CECE"/>
              </a:solidFill>
              <a:latin typeface="Poppins Light"/>
              <a:ea typeface="Poppins Light"/>
              <a:cs typeface="Poppins Light"/>
              <a:sym typeface="Poppins Light"/>
            </a:endParaRPr>
          </a:p>
        </p:txBody>
      </p:sp>
      <p:sp>
        <p:nvSpPr>
          <p:cNvPr id="55" name="Google Shape;55;p98"/>
          <p:cNvSpPr txBox="1">
            <a:spLocks noGrp="1"/>
          </p:cNvSpPr>
          <p:nvPr>
            <p:ph type="sldNum" idx="12"/>
          </p:nvPr>
        </p:nvSpPr>
        <p:spPr>
          <a:xfrm>
            <a:off x="9283700" y="64579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D0CECE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D0CECE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D0CECE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D0CECE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D0CECE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D0CECE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D0CECE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D0CECE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D0CECE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56" name="Google Shape;56;p98"/>
          <p:cNvPicPr preferRelativeResize="0"/>
          <p:nvPr/>
        </p:nvPicPr>
        <p:blipFill rotWithShape="1">
          <a:blip r:embed="rId6" cstate="email">
            <a:alphaModFix amt="64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0743269" y="5935663"/>
            <a:ext cx="1220131" cy="549275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9815578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664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bg>
      <p:bgPr>
        <a:solidFill>
          <a:srgbClr val="93C847"/>
        </a:solidFill>
        <a:effectLst/>
      </p:bgPr>
    </p:bg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92;p24"/>
          <p:cNvPicPr preferRelativeResize="0"/>
          <p:nvPr/>
        </p:nvPicPr>
        <p:blipFill rotWithShape="1">
          <a:blip r:embed="rId2">
            <a:alphaModFix amt="48000"/>
          </a:blip>
          <a:srcRect t="7798" b="7806"/>
          <a:stretch/>
        </p:blipFill>
        <p:spPr>
          <a:xfrm>
            <a:off x="0" y="-5050"/>
            <a:ext cx="12192000" cy="6863050"/>
          </a:xfrm>
          <a:prstGeom prst="rect">
            <a:avLst/>
          </a:prstGeom>
          <a:noFill/>
          <a:ln>
            <a:noFill/>
          </a:ln>
        </p:spPr>
      </p:pic>
      <p:sp>
        <p:nvSpPr>
          <p:cNvPr id="93" name="Google Shape;93;p24"/>
          <p:cNvSpPr/>
          <p:nvPr/>
        </p:nvSpPr>
        <p:spPr>
          <a:xfrm>
            <a:off x="-1" y="0"/>
            <a:ext cx="12192000" cy="6858000"/>
          </a:xfrm>
          <a:prstGeom prst="rect">
            <a:avLst/>
          </a:prstGeom>
          <a:solidFill>
            <a:srgbClr val="93C847">
              <a:alpha val="6745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" name="Google Shape;94;p24"/>
          <p:cNvSpPr txBox="1">
            <a:spLocks noGrp="1"/>
          </p:cNvSpPr>
          <p:nvPr>
            <p:ph type="title"/>
          </p:nvPr>
        </p:nvSpPr>
        <p:spPr>
          <a:xfrm>
            <a:off x="2258850" y="2867800"/>
            <a:ext cx="7674300" cy="112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R="0" lvl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4800" b="1" i="0" u="none" strike="noStrike" cap="none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4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4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4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4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4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4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4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4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pic>
        <p:nvPicPr>
          <p:cNvPr id="95" name="Google Shape;95;p24"/>
          <p:cNvPicPr preferRelativeResize="0"/>
          <p:nvPr/>
        </p:nvPicPr>
        <p:blipFill rotWithShape="1">
          <a:blip r:embed="rId3">
            <a:alphaModFix amt="64000"/>
          </a:blip>
          <a:srcRect/>
          <a:stretch/>
        </p:blipFill>
        <p:spPr>
          <a:xfrm>
            <a:off x="10743269" y="6011863"/>
            <a:ext cx="1220131" cy="549275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9048057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Full Width Column">
  <p:cSld name="3_Full Width Column">
    <p:bg>
      <p:bgPr>
        <a:solidFill>
          <a:srgbClr val="EEEFF4"/>
        </a:solidFill>
        <a:effectLst/>
      </p:bgPr>
    </p:bg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32"/>
          <p:cNvSpPr txBox="1">
            <a:spLocks noGrp="1"/>
          </p:cNvSpPr>
          <p:nvPr>
            <p:ph type="title"/>
          </p:nvPr>
        </p:nvSpPr>
        <p:spPr>
          <a:xfrm>
            <a:off x="1412627" y="697765"/>
            <a:ext cx="9220204" cy="4795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2800"/>
              <a:buFont typeface="Poppins"/>
              <a:buNone/>
              <a:defRPr sz="2800" b="1" i="0" u="none" strike="noStrike" cap="none">
                <a:solidFill>
                  <a:srgbClr val="595959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pic>
        <p:nvPicPr>
          <p:cNvPr id="59" name="Google Shape;59;p32"/>
          <p:cNvPicPr preferRelativeResize="0"/>
          <p:nvPr/>
        </p:nvPicPr>
        <p:blipFill rotWithShape="1">
          <a:blip r:embed="rId2">
            <a:alphaModFix amt="13000"/>
          </a:blip>
          <a:srcRect t="118" b="107"/>
          <a:stretch/>
        </p:blipFill>
        <p:spPr>
          <a:xfrm>
            <a:off x="10743269" y="5910263"/>
            <a:ext cx="1217743" cy="548200"/>
          </a:xfrm>
          <a:prstGeom prst="rect">
            <a:avLst/>
          </a:prstGeom>
          <a:noFill/>
          <a:ln>
            <a:noFill/>
          </a:ln>
        </p:spPr>
      </p:pic>
      <p:sp>
        <p:nvSpPr>
          <p:cNvPr id="60" name="Google Shape;60;p32"/>
          <p:cNvSpPr txBox="1">
            <a:spLocks noGrp="1"/>
          </p:cNvSpPr>
          <p:nvPr>
            <p:ph type="body" idx="1"/>
          </p:nvPr>
        </p:nvSpPr>
        <p:spPr>
          <a:xfrm>
            <a:off x="1412875" y="1612215"/>
            <a:ext cx="9219956" cy="45480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228600" algn="l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595959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595959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1" name="Google Shape;61;p32"/>
          <p:cNvSpPr txBox="1">
            <a:spLocks noGrp="1"/>
          </p:cNvSpPr>
          <p:nvPr>
            <p:ph type="sldNum" idx="12"/>
          </p:nvPr>
        </p:nvSpPr>
        <p:spPr>
          <a:xfrm>
            <a:off x="9283700" y="64579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D0CECE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D0CECE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D0CECE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D0CECE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D0CECE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D0CECE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D0CECE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D0CECE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D0CECE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62" name="Google Shape;62;p32"/>
          <p:cNvSpPr txBox="1"/>
          <p:nvPr/>
        </p:nvSpPr>
        <p:spPr>
          <a:xfrm>
            <a:off x="5194300" y="6503738"/>
            <a:ext cx="2743200" cy="400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en-US" sz="1000" b="0" i="0" u="none" strike="noStrike" cap="none">
                <a:solidFill>
                  <a:srgbClr val="D0CECE"/>
                </a:solidFill>
                <a:latin typeface="Poppins Light"/>
                <a:ea typeface="Poppins Light"/>
                <a:cs typeface="Poppins Light"/>
                <a:sym typeface="Poppins Light"/>
              </a:rPr>
              <a:t>Proprietary &amp; Confidential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endParaRPr sz="1000" b="0" i="0" u="none" strike="noStrike" cap="none">
              <a:solidFill>
                <a:srgbClr val="D0CECE"/>
              </a:solidFill>
              <a:latin typeface="Poppins Light"/>
              <a:ea typeface="Poppins Light"/>
              <a:cs typeface="Poppins Light"/>
              <a:sym typeface="Poppins Light"/>
            </a:endParaRPr>
          </a:p>
        </p:txBody>
      </p:sp>
      <p:grpSp>
        <p:nvGrpSpPr>
          <p:cNvPr id="63" name="Google Shape;63;p32"/>
          <p:cNvGrpSpPr/>
          <p:nvPr/>
        </p:nvGrpSpPr>
        <p:grpSpPr>
          <a:xfrm>
            <a:off x="238" y="-6653"/>
            <a:ext cx="502682" cy="6864018"/>
            <a:chOff x="2" y="-23948"/>
            <a:chExt cx="347435" cy="5167499"/>
          </a:xfrm>
        </p:grpSpPr>
        <p:pic>
          <p:nvPicPr>
            <p:cNvPr id="64" name="Google Shape;64;p32"/>
            <p:cNvPicPr preferRelativeResize="0"/>
            <p:nvPr/>
          </p:nvPicPr>
          <p:blipFill rotWithShape="1">
            <a:blip r:embed="rId3" cstate="email">
              <a:alphaModFix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 l="33287" r="33287"/>
            <a:stretch/>
          </p:blipFill>
          <p:spPr>
            <a:xfrm rot="10800000">
              <a:off x="6" y="4104096"/>
              <a:ext cx="347430" cy="1039455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65" name="Google Shape;65;p32"/>
            <p:cNvPicPr preferRelativeResize="0"/>
            <p:nvPr/>
          </p:nvPicPr>
          <p:blipFill rotWithShape="1">
            <a:blip r:embed="rId4" cstate="email">
              <a:alphaModFix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 l="37374" r="37375"/>
            <a:stretch/>
          </p:blipFill>
          <p:spPr>
            <a:xfrm rot="10800000">
              <a:off x="2" y="2728082"/>
              <a:ext cx="347435" cy="137601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66" name="Google Shape;66;p32"/>
            <p:cNvPicPr preferRelativeResize="0"/>
            <p:nvPr/>
          </p:nvPicPr>
          <p:blipFill rotWithShape="1">
            <a:blip r:embed="rId4" cstate="email">
              <a:alphaModFix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 l="37374" r="37375"/>
            <a:stretch/>
          </p:blipFill>
          <p:spPr>
            <a:xfrm rot="10800000">
              <a:off x="2" y="1352067"/>
              <a:ext cx="347435" cy="137601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67" name="Google Shape;67;p32"/>
            <p:cNvPicPr preferRelativeResize="0"/>
            <p:nvPr/>
          </p:nvPicPr>
          <p:blipFill rotWithShape="1">
            <a:blip r:embed="rId4" cstate="email">
              <a:alphaModFix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 l="37374" r="37375"/>
            <a:stretch/>
          </p:blipFill>
          <p:spPr>
            <a:xfrm rot="10800000">
              <a:off x="2" y="-23948"/>
              <a:ext cx="347435" cy="1376010"/>
            </a:xfrm>
            <a:prstGeom prst="rect">
              <a:avLst/>
            </a:prstGeom>
            <a:noFill/>
            <a:ln>
              <a:noFill/>
            </a:ln>
          </p:spPr>
        </p:pic>
      </p:grpSp>
    </p:spTree>
    <p:extLst>
      <p:ext uri="{BB962C8B-B14F-4D97-AF65-F5344CB8AC3E}">
        <p14:creationId xmlns:p14="http://schemas.microsoft.com/office/powerpoint/2010/main" val="27000872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296">
          <p15:clr>
            <a:srgbClr val="FBAE40"/>
          </p15:clr>
        </p15:guide>
        <p15:guide id="2" pos="3840">
          <p15:clr>
            <a:srgbClr val="FBAE40"/>
          </p15:clr>
        </p15:guide>
        <p15:guide id="3" orient="horz" pos="2260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Full Width Column">
    <p:bg>
      <p:bgPr>
        <a:solidFill>
          <a:srgbClr val="EEEF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CE89F9-F29B-1ADB-A419-64DC5F3F7BD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412627" y="697765"/>
            <a:ext cx="9220204" cy="47952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2800" b="1">
                <a:solidFill>
                  <a:schemeClr val="tx1">
                    <a:lumMod val="65000"/>
                    <a:lumOff val="35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1pPr>
          </a:lstStyle>
          <a:p>
            <a:r>
              <a:rPr lang="en-US"/>
              <a:t>Headline for two column slide to go here.</a:t>
            </a: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C0B8C637-327F-4712-4C7F-E8196D08A4B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412875" y="1612215"/>
            <a:ext cx="9219956" cy="4548019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lnSpc>
                <a:spcPct val="150000"/>
              </a:lnSpc>
              <a:buNone/>
              <a:defRPr sz="1200">
                <a:solidFill>
                  <a:schemeClr val="tx1">
                    <a:lumMod val="65000"/>
                    <a:lumOff val="35000"/>
                  </a:schemeClr>
                </a:solidFill>
                <a:latin typeface="Poppins Light" panose="00000400000000000000" pitchFamily="2" charset="0"/>
                <a:cs typeface="Poppins Light" panose="00000400000000000000" pitchFamily="2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grpSp>
        <p:nvGrpSpPr>
          <p:cNvPr id="3" name="Google Shape;85;p15">
            <a:extLst>
              <a:ext uri="{FF2B5EF4-FFF2-40B4-BE49-F238E27FC236}">
                <a16:creationId xmlns:a16="http://schemas.microsoft.com/office/drawing/2014/main" id="{1BB08D1F-0AFA-43E0-C7A2-C3602E7C6B58}"/>
              </a:ext>
            </a:extLst>
          </p:cNvPr>
          <p:cNvGrpSpPr/>
          <p:nvPr userDrawn="1"/>
        </p:nvGrpSpPr>
        <p:grpSpPr>
          <a:xfrm rot="10800000">
            <a:off x="-974" y="-5284"/>
            <a:ext cx="538184" cy="6863284"/>
            <a:chOff x="-50800" y="-51010"/>
            <a:chExt cx="349251" cy="5194510"/>
          </a:xfrm>
        </p:grpSpPr>
        <p:pic>
          <p:nvPicPr>
            <p:cNvPr id="4" name="Google Shape;86;p15">
              <a:extLst>
                <a:ext uri="{FF2B5EF4-FFF2-40B4-BE49-F238E27FC236}">
                  <a16:creationId xmlns:a16="http://schemas.microsoft.com/office/drawing/2014/main" id="{74BEA18B-C8E9-A3E5-87CD-426DF744C309}"/>
                </a:ext>
              </a:extLst>
            </p:cNvPr>
            <p:cNvPicPr preferRelativeResize="0"/>
            <p:nvPr/>
          </p:nvPicPr>
          <p:blipFill rotWithShape="1">
            <a:blip r:embed="rId2">
              <a:alphaModFix/>
            </a:blip>
            <a:srcRect t="24459" r="74787"/>
            <a:stretch/>
          </p:blipFill>
          <p:spPr>
            <a:xfrm>
              <a:off x="-50800" y="-51010"/>
              <a:ext cx="349245" cy="1044888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5" name="Google Shape;87;p15">
              <a:extLst>
                <a:ext uri="{FF2B5EF4-FFF2-40B4-BE49-F238E27FC236}">
                  <a16:creationId xmlns:a16="http://schemas.microsoft.com/office/drawing/2014/main" id="{F406DE36-81B4-9DF9-5530-3B85550AD29D}"/>
                </a:ext>
              </a:extLst>
            </p:cNvPr>
            <p:cNvPicPr preferRelativeResize="0"/>
            <p:nvPr/>
          </p:nvPicPr>
          <p:blipFill rotWithShape="1">
            <a:blip r:embed="rId2">
              <a:alphaModFix/>
            </a:blip>
            <a:srcRect r="74787"/>
            <a:stretch/>
          </p:blipFill>
          <p:spPr>
            <a:xfrm>
              <a:off x="-50800" y="993883"/>
              <a:ext cx="349251" cy="1383202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6" name="Google Shape;88;p15">
              <a:extLst>
                <a:ext uri="{FF2B5EF4-FFF2-40B4-BE49-F238E27FC236}">
                  <a16:creationId xmlns:a16="http://schemas.microsoft.com/office/drawing/2014/main" id="{213379B5-55B0-5A7A-FBB8-F2ACA6285B39}"/>
                </a:ext>
              </a:extLst>
            </p:cNvPr>
            <p:cNvPicPr preferRelativeResize="0"/>
            <p:nvPr/>
          </p:nvPicPr>
          <p:blipFill rotWithShape="1">
            <a:blip r:embed="rId2">
              <a:alphaModFix/>
            </a:blip>
            <a:srcRect r="74787"/>
            <a:stretch/>
          </p:blipFill>
          <p:spPr>
            <a:xfrm>
              <a:off x="-50800" y="2377091"/>
              <a:ext cx="349251" cy="1383202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3" name="Google Shape;89;p15">
              <a:extLst>
                <a:ext uri="{FF2B5EF4-FFF2-40B4-BE49-F238E27FC236}">
                  <a16:creationId xmlns:a16="http://schemas.microsoft.com/office/drawing/2014/main" id="{A976CDA4-8D63-C5A6-0139-0C386DD46530}"/>
                </a:ext>
              </a:extLst>
            </p:cNvPr>
            <p:cNvPicPr preferRelativeResize="0"/>
            <p:nvPr/>
          </p:nvPicPr>
          <p:blipFill rotWithShape="1">
            <a:blip r:embed="rId2">
              <a:alphaModFix/>
            </a:blip>
            <a:srcRect r="74787"/>
            <a:stretch/>
          </p:blipFill>
          <p:spPr>
            <a:xfrm>
              <a:off x="-50800" y="3760298"/>
              <a:ext cx="349251" cy="1383202"/>
            </a:xfrm>
            <a:prstGeom prst="rect">
              <a:avLst/>
            </a:prstGeom>
            <a:noFill/>
            <a:ln>
              <a:noFill/>
            </a:ln>
          </p:spPr>
        </p:pic>
      </p:grpSp>
      <p:pic>
        <p:nvPicPr>
          <p:cNvPr id="7" name="Google Shape;115;p29">
            <a:extLst>
              <a:ext uri="{FF2B5EF4-FFF2-40B4-BE49-F238E27FC236}">
                <a16:creationId xmlns:a16="http://schemas.microsoft.com/office/drawing/2014/main" id="{0A1D7DDA-DF2B-55AD-00A4-04E299AC751C}"/>
              </a:ext>
            </a:extLst>
          </p:cNvPr>
          <p:cNvPicPr preferRelativeResize="0"/>
          <p:nvPr userDrawn="1"/>
        </p:nvPicPr>
        <p:blipFill rotWithShape="1">
          <a:blip r:embed="rId3">
            <a:alphaModFix amt="13000"/>
          </a:blip>
          <a:srcRect t="118" b="107"/>
          <a:stretch/>
        </p:blipFill>
        <p:spPr>
          <a:xfrm>
            <a:off x="10743269" y="5910263"/>
            <a:ext cx="1217743" cy="548200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Google Shape;116;p29">
            <a:extLst>
              <a:ext uri="{FF2B5EF4-FFF2-40B4-BE49-F238E27FC236}">
                <a16:creationId xmlns:a16="http://schemas.microsoft.com/office/drawing/2014/main" id="{E8A4E704-E3B0-83A1-D92F-9A22F7D38FDB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9283700" y="64579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D0CECE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D0CECE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D0CECE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D0CECE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D0CECE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D0CECE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D0CECE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D0CECE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D0CECE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9" name="Google Shape;117;p29">
            <a:extLst>
              <a:ext uri="{FF2B5EF4-FFF2-40B4-BE49-F238E27FC236}">
                <a16:creationId xmlns:a16="http://schemas.microsoft.com/office/drawing/2014/main" id="{54A81CCB-F957-8332-3FA1-58C87806E80C}"/>
              </a:ext>
            </a:extLst>
          </p:cNvPr>
          <p:cNvSpPr txBox="1"/>
          <p:nvPr userDrawn="1"/>
        </p:nvSpPr>
        <p:spPr>
          <a:xfrm>
            <a:off x="5194300" y="6503738"/>
            <a:ext cx="2743200" cy="400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en-US" sz="1000" b="0" i="0" u="none" strike="noStrike" cap="none">
                <a:solidFill>
                  <a:srgbClr val="D0CECE"/>
                </a:solidFill>
                <a:latin typeface="Poppins Light"/>
                <a:ea typeface="Poppins Light"/>
                <a:cs typeface="Poppins Light"/>
                <a:sym typeface="Poppins Light"/>
              </a:rPr>
              <a:t>Proprietary &amp; Confidential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endParaRPr sz="1000" b="0" i="0" u="none" strike="noStrike" cap="none">
              <a:solidFill>
                <a:srgbClr val="D0CECE"/>
              </a:solidFill>
              <a:latin typeface="Poppins Light"/>
              <a:ea typeface="Poppins Light"/>
              <a:cs typeface="Poppins Light"/>
              <a:sym typeface="Poppins Light"/>
            </a:endParaRPr>
          </a:p>
        </p:txBody>
      </p:sp>
    </p:spTree>
    <p:extLst>
      <p:ext uri="{BB962C8B-B14F-4D97-AF65-F5344CB8AC3E}">
        <p14:creationId xmlns:p14="http://schemas.microsoft.com/office/powerpoint/2010/main" val="21271281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296">
          <p15:clr>
            <a:srgbClr val="FBAE40"/>
          </p15:clr>
        </p15:guide>
        <p15:guide id="2" pos="3840">
          <p15:clr>
            <a:srgbClr val="FBAE40"/>
          </p15:clr>
        </p15:guide>
        <p15:guide id="3" orient="horz" pos="2260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bg>
      <p:bgPr>
        <a:solidFill>
          <a:srgbClr val="756AA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37B9212-6C5A-B4B7-39AA-AD4BFAFE4CB6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  <p:grpSp>
        <p:nvGrpSpPr>
          <p:cNvPr id="4" name="Google Shape;144;p33">
            <a:extLst>
              <a:ext uri="{FF2B5EF4-FFF2-40B4-BE49-F238E27FC236}">
                <a16:creationId xmlns:a16="http://schemas.microsoft.com/office/drawing/2014/main" id="{AF56B439-66C9-D1D1-8208-9739EC4BFDDE}"/>
              </a:ext>
            </a:extLst>
          </p:cNvPr>
          <p:cNvGrpSpPr/>
          <p:nvPr userDrawn="1"/>
        </p:nvGrpSpPr>
        <p:grpSpPr>
          <a:xfrm rot="5400000">
            <a:off x="2789865" y="-2803451"/>
            <a:ext cx="502669" cy="6109586"/>
            <a:chOff x="2" y="-23948"/>
            <a:chExt cx="347435" cy="4599553"/>
          </a:xfrm>
        </p:grpSpPr>
        <p:pic>
          <p:nvPicPr>
            <p:cNvPr id="5" name="Google Shape;145;p33">
              <a:extLst>
                <a:ext uri="{FF2B5EF4-FFF2-40B4-BE49-F238E27FC236}">
                  <a16:creationId xmlns:a16="http://schemas.microsoft.com/office/drawing/2014/main" id="{7476E208-A2AB-F958-DAFC-67FAF00009D3}"/>
                </a:ext>
              </a:extLst>
            </p:cNvPr>
            <p:cNvPicPr preferRelativeResize="0"/>
            <p:nvPr/>
          </p:nvPicPr>
          <p:blipFill rotWithShape="1">
            <a:blip r:embed="rId2">
              <a:alphaModFix/>
            </a:blip>
            <a:srcRect l="33284" t="54638" r="33290"/>
            <a:stretch/>
          </p:blipFill>
          <p:spPr>
            <a:xfrm rot="10800000">
              <a:off x="16" y="4104100"/>
              <a:ext cx="347420" cy="471505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6" name="Google Shape;146;p33">
              <a:extLst>
                <a:ext uri="{FF2B5EF4-FFF2-40B4-BE49-F238E27FC236}">
                  <a16:creationId xmlns:a16="http://schemas.microsoft.com/office/drawing/2014/main" id="{A4DDFC2C-0F77-FBD0-0346-7F21474DCF7A}"/>
                </a:ext>
              </a:extLst>
            </p:cNvPr>
            <p:cNvPicPr preferRelativeResize="0"/>
            <p:nvPr/>
          </p:nvPicPr>
          <p:blipFill rotWithShape="1">
            <a:blip r:embed="rId2">
              <a:alphaModFix/>
            </a:blip>
            <a:srcRect l="37374" r="37374"/>
            <a:stretch/>
          </p:blipFill>
          <p:spPr>
            <a:xfrm rot="10800000">
              <a:off x="2" y="2728082"/>
              <a:ext cx="347435" cy="137601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7" name="Google Shape;147;p33">
              <a:extLst>
                <a:ext uri="{FF2B5EF4-FFF2-40B4-BE49-F238E27FC236}">
                  <a16:creationId xmlns:a16="http://schemas.microsoft.com/office/drawing/2014/main" id="{3C3EF074-E80B-D10B-9493-9233C51AC09F}"/>
                </a:ext>
              </a:extLst>
            </p:cNvPr>
            <p:cNvPicPr preferRelativeResize="0"/>
            <p:nvPr/>
          </p:nvPicPr>
          <p:blipFill rotWithShape="1">
            <a:blip r:embed="rId2">
              <a:alphaModFix/>
            </a:blip>
            <a:srcRect l="37374" r="37374"/>
            <a:stretch/>
          </p:blipFill>
          <p:spPr>
            <a:xfrm rot="10800000">
              <a:off x="2" y="1352067"/>
              <a:ext cx="347435" cy="137601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8" name="Google Shape;148;p33">
              <a:extLst>
                <a:ext uri="{FF2B5EF4-FFF2-40B4-BE49-F238E27FC236}">
                  <a16:creationId xmlns:a16="http://schemas.microsoft.com/office/drawing/2014/main" id="{F031CE4F-D73C-9010-B5AF-1CB1E09F8B8C}"/>
                </a:ext>
              </a:extLst>
            </p:cNvPr>
            <p:cNvPicPr preferRelativeResize="0"/>
            <p:nvPr/>
          </p:nvPicPr>
          <p:blipFill rotWithShape="1">
            <a:blip r:embed="rId2">
              <a:alphaModFix/>
            </a:blip>
            <a:srcRect l="37374" r="37374"/>
            <a:stretch/>
          </p:blipFill>
          <p:spPr>
            <a:xfrm rot="10800000">
              <a:off x="2" y="-23948"/>
              <a:ext cx="347435" cy="137601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9" name="Google Shape;149;p33">
            <a:extLst>
              <a:ext uri="{FF2B5EF4-FFF2-40B4-BE49-F238E27FC236}">
                <a16:creationId xmlns:a16="http://schemas.microsoft.com/office/drawing/2014/main" id="{F6534BBF-50E8-1B60-5DBE-3F73CBF8DA71}"/>
              </a:ext>
            </a:extLst>
          </p:cNvPr>
          <p:cNvGrpSpPr/>
          <p:nvPr userDrawn="1"/>
        </p:nvGrpSpPr>
        <p:grpSpPr>
          <a:xfrm rot="5400000">
            <a:off x="8892661" y="-2796659"/>
            <a:ext cx="502677" cy="6095993"/>
            <a:chOff x="-4" y="554232"/>
            <a:chExt cx="347441" cy="4589319"/>
          </a:xfrm>
        </p:grpSpPr>
        <p:pic>
          <p:nvPicPr>
            <p:cNvPr id="10" name="Google Shape;150;p33">
              <a:extLst>
                <a:ext uri="{FF2B5EF4-FFF2-40B4-BE49-F238E27FC236}">
                  <a16:creationId xmlns:a16="http://schemas.microsoft.com/office/drawing/2014/main" id="{EF0393FB-F0C7-9D4D-7380-5F6180306495}"/>
                </a:ext>
              </a:extLst>
            </p:cNvPr>
            <p:cNvPicPr preferRelativeResize="0"/>
            <p:nvPr/>
          </p:nvPicPr>
          <p:blipFill rotWithShape="1">
            <a:blip r:embed="rId2">
              <a:alphaModFix/>
            </a:blip>
            <a:srcRect l="33285" r="33288"/>
            <a:stretch/>
          </p:blipFill>
          <p:spPr>
            <a:xfrm rot="10800000">
              <a:off x="6" y="4104096"/>
              <a:ext cx="347430" cy="1039455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1" name="Google Shape;151;p33">
              <a:extLst>
                <a:ext uri="{FF2B5EF4-FFF2-40B4-BE49-F238E27FC236}">
                  <a16:creationId xmlns:a16="http://schemas.microsoft.com/office/drawing/2014/main" id="{679DD34F-039F-998C-DF3F-4009DDE15878}"/>
                </a:ext>
              </a:extLst>
            </p:cNvPr>
            <p:cNvPicPr preferRelativeResize="0"/>
            <p:nvPr/>
          </p:nvPicPr>
          <p:blipFill rotWithShape="1">
            <a:blip r:embed="rId2">
              <a:alphaModFix/>
            </a:blip>
            <a:srcRect l="37374" r="37374"/>
            <a:stretch/>
          </p:blipFill>
          <p:spPr>
            <a:xfrm rot="10800000">
              <a:off x="2" y="2728082"/>
              <a:ext cx="347435" cy="137601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2" name="Google Shape;152;p33">
              <a:extLst>
                <a:ext uri="{FF2B5EF4-FFF2-40B4-BE49-F238E27FC236}">
                  <a16:creationId xmlns:a16="http://schemas.microsoft.com/office/drawing/2014/main" id="{D2A8CDBC-F056-4A21-3295-623E0C1AD077}"/>
                </a:ext>
              </a:extLst>
            </p:cNvPr>
            <p:cNvPicPr preferRelativeResize="0"/>
            <p:nvPr/>
          </p:nvPicPr>
          <p:blipFill rotWithShape="1">
            <a:blip r:embed="rId2">
              <a:alphaModFix/>
            </a:blip>
            <a:srcRect l="37374" r="37374"/>
            <a:stretch/>
          </p:blipFill>
          <p:spPr>
            <a:xfrm rot="10800000">
              <a:off x="2" y="1352067"/>
              <a:ext cx="347435" cy="137601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3" name="Google Shape;153;p33">
              <a:extLst>
                <a:ext uri="{FF2B5EF4-FFF2-40B4-BE49-F238E27FC236}">
                  <a16:creationId xmlns:a16="http://schemas.microsoft.com/office/drawing/2014/main" id="{37F150E0-77CD-6BDB-E9B0-50763CEDD7FA}"/>
                </a:ext>
              </a:extLst>
            </p:cNvPr>
            <p:cNvPicPr preferRelativeResize="0"/>
            <p:nvPr/>
          </p:nvPicPr>
          <p:blipFill rotWithShape="1">
            <a:blip r:embed="rId2">
              <a:alphaModFix/>
            </a:blip>
            <a:srcRect l="37374" r="37374" b="42018"/>
            <a:stretch/>
          </p:blipFill>
          <p:spPr>
            <a:xfrm rot="10800000">
              <a:off x="-4" y="554232"/>
              <a:ext cx="347440" cy="797825"/>
            </a:xfrm>
            <a:prstGeom prst="rect">
              <a:avLst/>
            </a:prstGeom>
            <a:noFill/>
            <a:ln>
              <a:noFill/>
            </a:ln>
          </p:spPr>
        </p:pic>
      </p:grpSp>
      <p:pic>
        <p:nvPicPr>
          <p:cNvPr id="14" name="Google Shape;142;p33">
            <a:extLst>
              <a:ext uri="{FF2B5EF4-FFF2-40B4-BE49-F238E27FC236}">
                <a16:creationId xmlns:a16="http://schemas.microsoft.com/office/drawing/2014/main" id="{F8D69C51-D7F8-C039-A667-B8E8A3A0AA2C}"/>
              </a:ext>
            </a:extLst>
          </p:cNvPr>
          <p:cNvPicPr preferRelativeResize="0"/>
          <p:nvPr userDrawn="1"/>
        </p:nvPicPr>
        <p:blipFill rotWithShape="1">
          <a:blip r:embed="rId3">
            <a:alphaModFix amt="64000"/>
          </a:blip>
          <a:srcRect/>
          <a:stretch/>
        </p:blipFill>
        <p:spPr>
          <a:xfrm>
            <a:off x="10789920" y="5892457"/>
            <a:ext cx="1220131" cy="549275"/>
          </a:xfrm>
          <a:prstGeom prst="rect">
            <a:avLst/>
          </a:prstGeom>
          <a:noFill/>
          <a:ln>
            <a:noFill/>
          </a:ln>
        </p:spPr>
      </p:pic>
      <p:sp>
        <p:nvSpPr>
          <p:cNvPr id="15" name="Google Shape;117;p29">
            <a:extLst>
              <a:ext uri="{FF2B5EF4-FFF2-40B4-BE49-F238E27FC236}">
                <a16:creationId xmlns:a16="http://schemas.microsoft.com/office/drawing/2014/main" id="{78B60632-FF21-4310-A15B-8DC6F98A8846}"/>
              </a:ext>
            </a:extLst>
          </p:cNvPr>
          <p:cNvSpPr txBox="1"/>
          <p:nvPr userDrawn="1"/>
        </p:nvSpPr>
        <p:spPr>
          <a:xfrm>
            <a:off x="5194300" y="6503738"/>
            <a:ext cx="2743200" cy="400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en-US" sz="1000" b="0" i="0" u="none" strike="noStrike" cap="none">
                <a:solidFill>
                  <a:srgbClr val="D0CECE"/>
                </a:solidFill>
                <a:latin typeface="Poppins Light"/>
                <a:ea typeface="Poppins Light"/>
                <a:cs typeface="Poppins Light"/>
                <a:sym typeface="Poppins Light"/>
              </a:rPr>
              <a:t>Proprietary &amp; Confidential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endParaRPr sz="1000" b="0" i="0" u="none" strike="noStrike" cap="none">
              <a:solidFill>
                <a:srgbClr val="D0CECE"/>
              </a:solidFill>
              <a:latin typeface="Poppins Light"/>
              <a:ea typeface="Poppins Light"/>
              <a:cs typeface="Poppins Light"/>
              <a:sym typeface="Poppins Light"/>
            </a:endParaRPr>
          </a:p>
        </p:txBody>
      </p:sp>
    </p:spTree>
    <p:extLst>
      <p:ext uri="{BB962C8B-B14F-4D97-AF65-F5344CB8AC3E}">
        <p14:creationId xmlns:p14="http://schemas.microsoft.com/office/powerpoint/2010/main" val="259569693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hart Styles">
  <p:cSld name="Chart Styles">
    <p:bg>
      <p:bgPr>
        <a:solidFill>
          <a:srgbClr val="EEEFF4"/>
        </a:solidFill>
        <a:effectLst/>
      </p:bgPr>
    </p:bg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29"/>
          <p:cNvSpPr txBox="1">
            <a:spLocks noGrp="1"/>
          </p:cNvSpPr>
          <p:nvPr>
            <p:ph type="title"/>
          </p:nvPr>
        </p:nvSpPr>
        <p:spPr>
          <a:xfrm>
            <a:off x="1412627" y="686335"/>
            <a:ext cx="9220204" cy="4566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2800"/>
              <a:buFont typeface="Poppins"/>
              <a:buNone/>
              <a:defRPr sz="2800" b="1" i="0" u="none" strike="noStrike" cap="none">
                <a:solidFill>
                  <a:srgbClr val="595959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grpSp>
        <p:nvGrpSpPr>
          <p:cNvPr id="110" name="Google Shape;110;p29"/>
          <p:cNvGrpSpPr/>
          <p:nvPr/>
        </p:nvGrpSpPr>
        <p:grpSpPr>
          <a:xfrm>
            <a:off x="2" y="-9432"/>
            <a:ext cx="533398" cy="6867432"/>
            <a:chOff x="2" y="-23946"/>
            <a:chExt cx="347435" cy="5167497"/>
          </a:xfrm>
        </p:grpSpPr>
        <p:pic>
          <p:nvPicPr>
            <p:cNvPr id="111" name="Google Shape;111;p29"/>
            <p:cNvPicPr preferRelativeResize="0"/>
            <p:nvPr/>
          </p:nvPicPr>
          <p:blipFill rotWithShape="1">
            <a:blip r:embed="rId2">
              <a:alphaModFix/>
            </a:blip>
            <a:srcRect l="33313" r="33310"/>
            <a:stretch/>
          </p:blipFill>
          <p:spPr>
            <a:xfrm rot="10800000">
              <a:off x="6" y="4104098"/>
              <a:ext cx="347430" cy="1039453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12" name="Google Shape;112;p29"/>
            <p:cNvPicPr preferRelativeResize="0"/>
            <p:nvPr/>
          </p:nvPicPr>
          <p:blipFill rotWithShape="1">
            <a:blip r:embed="rId2">
              <a:alphaModFix/>
            </a:blip>
            <a:srcRect l="37394" r="37393"/>
            <a:stretch/>
          </p:blipFill>
          <p:spPr>
            <a:xfrm rot="10800000">
              <a:off x="2" y="2728084"/>
              <a:ext cx="347435" cy="1376008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13" name="Google Shape;113;p29"/>
            <p:cNvPicPr preferRelativeResize="0"/>
            <p:nvPr/>
          </p:nvPicPr>
          <p:blipFill rotWithShape="1">
            <a:blip r:embed="rId2">
              <a:alphaModFix/>
            </a:blip>
            <a:srcRect l="37394" r="37393"/>
            <a:stretch/>
          </p:blipFill>
          <p:spPr>
            <a:xfrm rot="10800000">
              <a:off x="2" y="1352069"/>
              <a:ext cx="347435" cy="1376008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14" name="Google Shape;114;p29"/>
            <p:cNvPicPr preferRelativeResize="0"/>
            <p:nvPr/>
          </p:nvPicPr>
          <p:blipFill rotWithShape="1">
            <a:blip r:embed="rId2">
              <a:alphaModFix/>
            </a:blip>
            <a:srcRect l="37394" r="37393"/>
            <a:stretch/>
          </p:blipFill>
          <p:spPr>
            <a:xfrm rot="10800000">
              <a:off x="2" y="-23946"/>
              <a:ext cx="347435" cy="1376008"/>
            </a:xfrm>
            <a:prstGeom prst="rect">
              <a:avLst/>
            </a:prstGeom>
            <a:noFill/>
            <a:ln>
              <a:noFill/>
            </a:ln>
          </p:spPr>
        </p:pic>
      </p:grpSp>
      <p:pic>
        <p:nvPicPr>
          <p:cNvPr id="115" name="Google Shape;115;p29"/>
          <p:cNvPicPr preferRelativeResize="0"/>
          <p:nvPr/>
        </p:nvPicPr>
        <p:blipFill rotWithShape="1">
          <a:blip r:embed="rId3">
            <a:alphaModFix amt="13000"/>
          </a:blip>
          <a:srcRect t="118" b="107"/>
          <a:stretch/>
        </p:blipFill>
        <p:spPr>
          <a:xfrm>
            <a:off x="10743269" y="5910263"/>
            <a:ext cx="1217743" cy="548200"/>
          </a:xfrm>
          <a:prstGeom prst="rect">
            <a:avLst/>
          </a:prstGeom>
          <a:noFill/>
          <a:ln>
            <a:noFill/>
          </a:ln>
        </p:spPr>
      </p:pic>
      <p:sp>
        <p:nvSpPr>
          <p:cNvPr id="116" name="Google Shape;116;p29"/>
          <p:cNvSpPr txBox="1">
            <a:spLocks noGrp="1"/>
          </p:cNvSpPr>
          <p:nvPr>
            <p:ph type="sldNum" idx="12"/>
          </p:nvPr>
        </p:nvSpPr>
        <p:spPr>
          <a:xfrm>
            <a:off x="9283700" y="64579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D0CECE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D0CECE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D0CECE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D0CECE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D0CECE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D0CECE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D0CECE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D0CECE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D0CECE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17" name="Google Shape;117;p29"/>
          <p:cNvSpPr txBox="1"/>
          <p:nvPr/>
        </p:nvSpPr>
        <p:spPr>
          <a:xfrm>
            <a:off x="5194300" y="6503738"/>
            <a:ext cx="2743200" cy="400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en-US" sz="1000" b="0" i="0" u="none" strike="noStrike" cap="none">
                <a:solidFill>
                  <a:srgbClr val="D0CECE"/>
                </a:solidFill>
                <a:latin typeface="Poppins Light"/>
                <a:ea typeface="Poppins Light"/>
                <a:cs typeface="Poppins Light"/>
                <a:sym typeface="Poppins Light"/>
              </a:rPr>
              <a:t>Proprietary &amp; Confidential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endParaRPr sz="1000" b="0" i="0" u="none" strike="noStrike" cap="none">
              <a:solidFill>
                <a:srgbClr val="D0CECE"/>
              </a:solidFill>
              <a:latin typeface="Poppins Light"/>
              <a:ea typeface="Poppins Light"/>
              <a:cs typeface="Poppins Light"/>
              <a:sym typeface="Poppins Light"/>
            </a:endParaRPr>
          </a:p>
        </p:txBody>
      </p:sp>
    </p:spTree>
    <p:extLst>
      <p:ext uri="{BB962C8B-B14F-4D97-AF65-F5344CB8AC3E}">
        <p14:creationId xmlns:p14="http://schemas.microsoft.com/office/powerpoint/2010/main" val="15551431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296">
          <p15:clr>
            <a:srgbClr val="FBAE40"/>
          </p15:clr>
        </p15:guide>
        <p15:guide id="2" pos="3840">
          <p15:clr>
            <a:srgbClr val="FBAE40"/>
          </p15:clr>
        </p15:guide>
        <p15:guide id="3" orient="horz" pos="2260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Text Left Image Right">
  <p:cSld name="1_Text Left Image Right">
    <p:bg>
      <p:bgPr>
        <a:solidFill>
          <a:srgbClr val="EEEFF4"/>
        </a:solidFill>
        <a:effectLst/>
      </p:bgPr>
    </p:bg>
    <p:spTree>
      <p:nvGrpSpPr>
        <p:cNvPr id="1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9" name="Google Shape;209;p26" descr="A group of people working together&#10;&#10;Description automatically generated"/>
          <p:cNvPicPr preferRelativeResize="0"/>
          <p:nvPr/>
        </p:nvPicPr>
        <p:blipFill rotWithShape="1">
          <a:blip r:embed="rId2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r="42922"/>
          <a:stretch/>
        </p:blipFill>
        <p:spPr>
          <a:xfrm>
            <a:off x="0" y="0"/>
            <a:ext cx="6958940" cy="68580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6"/>
          <p:cNvGrpSpPr/>
          <p:nvPr/>
        </p:nvGrpSpPr>
        <p:grpSpPr>
          <a:xfrm>
            <a:off x="11720167" y="-9438"/>
            <a:ext cx="548033" cy="6865936"/>
            <a:chOff x="2" y="-23948"/>
            <a:chExt cx="347435" cy="5167499"/>
          </a:xfrm>
        </p:grpSpPr>
        <p:pic>
          <p:nvPicPr>
            <p:cNvPr id="211" name="Google Shape;211;p26"/>
            <p:cNvPicPr preferRelativeResize="0"/>
            <p:nvPr/>
          </p:nvPicPr>
          <p:blipFill rotWithShape="1">
            <a:blip r:embed="rId3">
              <a:alphaModFix/>
            </a:blip>
            <a:srcRect l="33287" r="33287"/>
            <a:stretch/>
          </p:blipFill>
          <p:spPr>
            <a:xfrm rot="10800000">
              <a:off x="6" y="4104096"/>
              <a:ext cx="347430" cy="1039455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12" name="Google Shape;212;p26"/>
            <p:cNvPicPr preferRelativeResize="0"/>
            <p:nvPr/>
          </p:nvPicPr>
          <p:blipFill rotWithShape="1">
            <a:blip r:embed="rId3">
              <a:alphaModFix/>
            </a:blip>
            <a:srcRect l="37374" r="37375"/>
            <a:stretch/>
          </p:blipFill>
          <p:spPr>
            <a:xfrm rot="10800000">
              <a:off x="2" y="2728082"/>
              <a:ext cx="347435" cy="137601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13" name="Google Shape;213;p26"/>
            <p:cNvPicPr preferRelativeResize="0"/>
            <p:nvPr/>
          </p:nvPicPr>
          <p:blipFill rotWithShape="1">
            <a:blip r:embed="rId3">
              <a:alphaModFix/>
            </a:blip>
            <a:srcRect l="37374" r="37375"/>
            <a:stretch/>
          </p:blipFill>
          <p:spPr>
            <a:xfrm rot="10800000">
              <a:off x="2" y="1352067"/>
              <a:ext cx="347435" cy="137601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14" name="Google Shape;214;p26"/>
            <p:cNvPicPr preferRelativeResize="0"/>
            <p:nvPr/>
          </p:nvPicPr>
          <p:blipFill rotWithShape="1">
            <a:blip r:embed="rId3">
              <a:alphaModFix/>
            </a:blip>
            <a:srcRect l="37374" r="37375"/>
            <a:stretch/>
          </p:blipFill>
          <p:spPr>
            <a:xfrm rot="10800000">
              <a:off x="2" y="-23948"/>
              <a:ext cx="347435" cy="1376010"/>
            </a:xfrm>
            <a:prstGeom prst="rect">
              <a:avLst/>
            </a:prstGeom>
            <a:noFill/>
            <a:ln>
              <a:noFill/>
            </a:ln>
          </p:spPr>
        </p:pic>
      </p:grpSp>
      <p:pic>
        <p:nvPicPr>
          <p:cNvPr id="215" name="Google Shape;215;p26"/>
          <p:cNvPicPr preferRelativeResize="0"/>
          <p:nvPr/>
        </p:nvPicPr>
        <p:blipFill rotWithShape="1">
          <a:blip r:embed="rId4">
            <a:alphaModFix amt="64000"/>
          </a:blip>
          <a:srcRect/>
          <a:stretch/>
        </p:blipFill>
        <p:spPr>
          <a:xfrm>
            <a:off x="380069" y="6011863"/>
            <a:ext cx="1220131" cy="549275"/>
          </a:xfrm>
          <a:prstGeom prst="rect">
            <a:avLst/>
          </a:prstGeom>
          <a:noFill/>
          <a:ln>
            <a:noFill/>
          </a:ln>
        </p:spPr>
      </p:pic>
      <p:sp>
        <p:nvSpPr>
          <p:cNvPr id="216" name="Google Shape;216;p26"/>
          <p:cNvSpPr txBox="1">
            <a:spLocks noGrp="1"/>
          </p:cNvSpPr>
          <p:nvPr>
            <p:ph type="title"/>
          </p:nvPr>
        </p:nvSpPr>
        <p:spPr>
          <a:xfrm>
            <a:off x="5189581" y="692855"/>
            <a:ext cx="5497469" cy="495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2800"/>
              <a:buFont typeface="Poppins"/>
              <a:buNone/>
              <a:defRPr sz="2800" b="1" i="0" u="none" strike="noStrike" cap="none">
                <a:solidFill>
                  <a:srgbClr val="595959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217" name="Google Shape;217;p26"/>
          <p:cNvSpPr txBox="1">
            <a:spLocks noGrp="1"/>
          </p:cNvSpPr>
          <p:nvPr>
            <p:ph type="body" idx="1"/>
          </p:nvPr>
        </p:nvSpPr>
        <p:spPr>
          <a:xfrm>
            <a:off x="5208882" y="1614302"/>
            <a:ext cx="5478168" cy="3975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228600" algn="l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595959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595959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595959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595959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595959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595959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595959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595959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595959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595959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18" name="Google Shape;218;p26"/>
          <p:cNvSpPr txBox="1"/>
          <p:nvPr/>
        </p:nvSpPr>
        <p:spPr>
          <a:xfrm>
            <a:off x="5194300" y="6503738"/>
            <a:ext cx="2743200" cy="400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en-US" sz="1000" b="0" i="0" u="none" strike="noStrike" cap="none">
                <a:solidFill>
                  <a:srgbClr val="D0CECE"/>
                </a:solidFill>
                <a:latin typeface="Poppins Light"/>
                <a:ea typeface="Poppins Light"/>
                <a:cs typeface="Poppins Light"/>
                <a:sym typeface="Poppins Light"/>
              </a:rPr>
              <a:t>Proprietary &amp; Confidential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endParaRPr sz="1000" b="0" i="0" u="none" strike="noStrike" cap="none">
              <a:solidFill>
                <a:srgbClr val="D0CECE"/>
              </a:solidFill>
              <a:latin typeface="Poppins Light"/>
              <a:ea typeface="Poppins Light"/>
              <a:cs typeface="Poppins Light"/>
              <a:sym typeface="Poppins Light"/>
            </a:endParaRPr>
          </a:p>
        </p:txBody>
      </p:sp>
      <p:sp>
        <p:nvSpPr>
          <p:cNvPr id="219" name="Google Shape;219;p26"/>
          <p:cNvSpPr txBox="1">
            <a:spLocks noGrp="1"/>
          </p:cNvSpPr>
          <p:nvPr>
            <p:ph type="sldNum" idx="12"/>
          </p:nvPr>
        </p:nvSpPr>
        <p:spPr>
          <a:xfrm>
            <a:off x="9283700" y="64579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D0CECE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D0CECE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D0CECE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D0CECE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D0CECE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D0CECE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D0CECE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D0CECE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D0CECE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1439391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584">
          <p15:clr>
            <a:srgbClr val="FBAE40"/>
          </p15:clr>
        </p15:guide>
        <p15:guide id="2" pos="3552">
          <p15:clr>
            <a:srgbClr val="FBAE40"/>
          </p15:clr>
        </p15:guide>
        <p15:guide id="3" orient="horz" pos="226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46CE7D5-CF57-46EF-B807-FDD0502418D4}" type="datetimeFigureOut">
              <a:rPr lang="en-US" smtClean="0"/>
              <a:t>11/18/2025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09540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4" r:id="rId13"/>
    <p:sldLayoutId id="2147483675" r:id="rId14"/>
    <p:sldLayoutId id="2147483676" r:id="rId15"/>
    <p:sldLayoutId id="2147483678" r:id="rId16"/>
    <p:sldLayoutId id="2147483680" r:id="rId17"/>
    <p:sldLayoutId id="2147483681" r:id="rId18"/>
    <p:sldLayoutId id="2147483687" r:id="rId19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6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6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3" name="Google Shape;1393;p10"/>
          <p:cNvSpPr txBox="1">
            <a:spLocks noGrp="1"/>
          </p:cNvSpPr>
          <p:nvPr>
            <p:ph type="title"/>
          </p:nvPr>
        </p:nvSpPr>
        <p:spPr>
          <a:xfrm>
            <a:off x="499473" y="1384577"/>
            <a:ext cx="6990655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en-US" dirty="0"/>
              <a:t>Wizard Session Document Generation</a:t>
            </a:r>
          </a:p>
        </p:txBody>
      </p:sp>
      <p:sp>
        <p:nvSpPr>
          <p:cNvPr id="1394" name="Google Shape;1394;p10"/>
          <p:cNvSpPr txBox="1">
            <a:spLocks noGrp="1"/>
          </p:cNvSpPr>
          <p:nvPr>
            <p:ph type="body" idx="1"/>
          </p:nvPr>
        </p:nvSpPr>
        <p:spPr>
          <a:xfrm>
            <a:off x="500063" y="4420235"/>
            <a:ext cx="5702300" cy="8223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</a:pPr>
            <a:r>
              <a:rPr lang="en-US" dirty="0"/>
              <a:t>Talkin’ bout my (doc) generation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21870311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CBF957-B2BC-A2AB-D8E7-8109EEAEC8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21A821-CBF6-CF6D-2F3D-E0280C1BEA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Agenda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374193ED-77F5-C943-96DF-2330492D231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514350" indent="-28575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rgbClr val="756BA2"/>
                </a:solidFill>
                <a:latin typeface="Poppins"/>
                <a:ea typeface="Poppins"/>
                <a:cs typeface="Poppins"/>
                <a:sym typeface="Poppins"/>
              </a:rPr>
              <a:t>What are the options?</a:t>
            </a:r>
          </a:p>
          <a:p>
            <a:pPr marL="514350" indent="-28575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rgbClr val="756BA2"/>
                </a:solidFill>
                <a:latin typeface="Poppins"/>
                <a:ea typeface="Poppins"/>
                <a:cs typeface="Poppins"/>
                <a:sym typeface="Poppins"/>
              </a:rPr>
              <a:t>BP Actions</a:t>
            </a:r>
          </a:p>
          <a:p>
            <a:pPr marL="514350" indent="-28575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rgbClr val="756BA2"/>
                </a:solidFill>
                <a:latin typeface="Poppins"/>
                <a:ea typeface="Poppins"/>
                <a:cs typeface="Poppins"/>
                <a:sym typeface="Poppins"/>
              </a:rPr>
              <a:t>Dude, where’s my document?</a:t>
            </a:r>
          </a:p>
          <a:p>
            <a:pPr marL="685800" lvl="1" indent="0"/>
            <a:endParaRPr lang="en-US" sz="2400" b="1" dirty="0">
              <a:solidFill>
                <a:srgbClr val="756BA2"/>
              </a:solidFill>
              <a:latin typeface="Poppins"/>
              <a:ea typeface="Poppins"/>
              <a:cs typeface="Poppins"/>
              <a:sym typeface="Poppins"/>
            </a:endParaRP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930220-B2CC-2263-8942-6C61CB0D37B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5B813820-7CB1-4929-ACBA-7A51E3F595C7}" type="slidenum">
              <a:rPr lang="en-US" smtClean="0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46808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DD4D25-D4AC-2B5F-4F27-28A8A7FF4B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C7E404-CBE3-3639-5152-8DE638F3E5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20595" y="1031049"/>
            <a:ext cx="8411801" cy="1122400"/>
          </a:xfrm>
        </p:spPr>
        <p:txBody>
          <a:bodyPr>
            <a:noAutofit/>
          </a:bodyPr>
          <a:lstStyle/>
          <a:p>
            <a:pPr algn="l"/>
            <a:r>
              <a:rPr lang="en-US" sz="5400" dirty="0"/>
              <a:t>What are the options?</a:t>
            </a:r>
          </a:p>
        </p:txBody>
      </p:sp>
    </p:spTree>
    <p:extLst>
      <p:ext uri="{BB962C8B-B14F-4D97-AF65-F5344CB8AC3E}">
        <p14:creationId xmlns:p14="http://schemas.microsoft.com/office/powerpoint/2010/main" val="15494185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D22765-6901-8393-8E0A-DF6AD33169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4676" y="339957"/>
            <a:ext cx="9220204" cy="479526"/>
          </a:xfrm>
        </p:spPr>
        <p:txBody>
          <a:bodyPr>
            <a:normAutofit fontScale="90000"/>
          </a:bodyPr>
          <a:lstStyle/>
          <a:p>
            <a:pPr algn="ctr"/>
            <a:r>
              <a:rPr dirty="0"/>
              <a:t>Doc</a:t>
            </a:r>
            <a:r>
              <a:rPr lang="en-US" dirty="0"/>
              <a:t>ument</a:t>
            </a:r>
            <a:r>
              <a:rPr dirty="0"/>
              <a:t> Generation Options</a:t>
            </a:r>
          </a:p>
          <a:p>
            <a:pPr algn="ctr"/>
            <a:endParaRPr dirty="0"/>
          </a:p>
          <a:p>
            <a:r>
              <a:rPr dirty="0"/>
              <a:t>Create Document</a:t>
            </a:r>
          </a:p>
          <a:p>
            <a:r>
              <a:rPr lang="en-US" sz="1600" dirty="0"/>
              <a:t>    ✅</a:t>
            </a:r>
            <a:r>
              <a:rPr dirty="0"/>
              <a:t> </a:t>
            </a:r>
            <a:r>
              <a:rPr sz="2700" b="0" dirty="0"/>
              <a:t>Fastest to build</a:t>
            </a:r>
            <a:br>
              <a:rPr lang="en-US" dirty="0"/>
            </a:br>
            <a:r>
              <a:rPr lang="en-US" dirty="0"/>
              <a:t>  </a:t>
            </a:r>
            <a:r>
              <a:rPr lang="en-US" sz="1600" dirty="0"/>
              <a:t>❌</a:t>
            </a:r>
            <a:r>
              <a:rPr dirty="0"/>
              <a:t> </a:t>
            </a:r>
            <a:r>
              <a:rPr sz="2700" b="0" dirty="0"/>
              <a:t>Very limited layout</a:t>
            </a:r>
          </a:p>
          <a:p>
            <a:endParaRPr dirty="0"/>
          </a:p>
          <a:p>
            <a:r>
              <a:rPr dirty="0"/>
              <a:t>Doc Templates</a:t>
            </a:r>
          </a:p>
          <a:p>
            <a:r>
              <a:rPr lang="en-US" sz="1600" dirty="0"/>
              <a:t>    ✅</a:t>
            </a:r>
            <a:r>
              <a:rPr dirty="0"/>
              <a:t> </a:t>
            </a:r>
            <a:r>
              <a:rPr sz="2700" b="0" dirty="0"/>
              <a:t>Images + Grids</a:t>
            </a:r>
          </a:p>
          <a:p>
            <a:r>
              <a:rPr lang="en-US" sz="1600" dirty="0"/>
              <a:t>    ✅</a:t>
            </a:r>
            <a:r>
              <a:rPr dirty="0"/>
              <a:t> </a:t>
            </a:r>
            <a:r>
              <a:rPr sz="2700" b="0" dirty="0"/>
              <a:t>Flexible for most use cases</a:t>
            </a:r>
          </a:p>
          <a:p>
            <a:endParaRPr dirty="0"/>
          </a:p>
          <a:p>
            <a:r>
              <a:rPr dirty="0"/>
              <a:t>BIRT</a:t>
            </a:r>
          </a:p>
          <a:p>
            <a:r>
              <a:rPr lang="en-US" sz="1600" dirty="0"/>
              <a:t>    ✅</a:t>
            </a:r>
            <a:r>
              <a:rPr dirty="0"/>
              <a:t> </a:t>
            </a:r>
            <a:r>
              <a:rPr sz="2700" b="0" dirty="0"/>
              <a:t>Pixel-perfect layouts</a:t>
            </a:r>
          </a:p>
          <a:p>
            <a:r>
              <a:rPr lang="en-US" sz="1600" dirty="0"/>
              <a:t>    ❌</a:t>
            </a:r>
            <a:r>
              <a:rPr dirty="0"/>
              <a:t> </a:t>
            </a:r>
            <a:r>
              <a:rPr sz="2700" b="0" dirty="0"/>
              <a:t>Most complex</a:t>
            </a:r>
          </a:p>
        </p:txBody>
      </p:sp>
    </p:spTree>
    <p:extLst>
      <p:ext uri="{BB962C8B-B14F-4D97-AF65-F5344CB8AC3E}">
        <p14:creationId xmlns:p14="http://schemas.microsoft.com/office/powerpoint/2010/main" val="33129929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F49AAA-35F7-03D2-3952-76B3344887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09AF9C-26BB-E4A7-E659-B801931169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929" y="506262"/>
            <a:ext cx="10216747" cy="1122400"/>
          </a:xfrm>
        </p:spPr>
        <p:txBody>
          <a:bodyPr>
            <a:noAutofit/>
          </a:bodyPr>
          <a:lstStyle/>
          <a:p>
            <a:pPr algn="l"/>
            <a:r>
              <a:rPr lang="en-US" dirty="0"/>
              <a:t>BP Actions</a:t>
            </a:r>
            <a:endParaRPr lang="en-US" sz="7200" dirty="0"/>
          </a:p>
        </p:txBody>
      </p:sp>
    </p:spTree>
    <p:extLst>
      <p:ext uri="{BB962C8B-B14F-4D97-AF65-F5344CB8AC3E}">
        <p14:creationId xmlns:p14="http://schemas.microsoft.com/office/powerpoint/2010/main" val="2966751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05B3C3-758F-E618-44EE-840D395A49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BF0D18-E8F5-BF9E-360E-4E591C63B5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algn="ctr"/>
            <a:r>
              <a:rPr dirty="0"/>
              <a:t>BP Actions — Core Flow</a:t>
            </a:r>
          </a:p>
          <a:p>
            <a:endParaRPr dirty="0"/>
          </a:p>
          <a:p>
            <a:endParaRPr dirty="0"/>
          </a:p>
          <a:p>
            <a:r>
              <a:rPr dirty="0"/>
              <a:t>Generate Document:</a:t>
            </a:r>
          </a:p>
          <a:p>
            <a:r>
              <a:rPr lang="en-US" dirty="0"/>
              <a:t> </a:t>
            </a:r>
            <a:r>
              <a:rPr sz="1800" dirty="0"/>
              <a:t>-</a:t>
            </a:r>
            <a:r>
              <a:rPr dirty="0"/>
              <a:t> </a:t>
            </a:r>
            <a:r>
              <a:rPr sz="2200" b="0" dirty="0"/>
              <a:t>Builds the document</a:t>
            </a:r>
            <a:r>
              <a:rPr lang="en-US" sz="2200" b="0" dirty="0"/>
              <a:t>, allowing updates before review</a:t>
            </a:r>
            <a:endParaRPr sz="2200" b="0" dirty="0"/>
          </a:p>
          <a:p>
            <a:endParaRPr dirty="0"/>
          </a:p>
          <a:p>
            <a:r>
              <a:rPr dirty="0"/>
              <a:t>Review Document:</a:t>
            </a:r>
          </a:p>
          <a:p>
            <a:r>
              <a:rPr lang="en-US" sz="1800" b="0" dirty="0"/>
              <a:t> </a:t>
            </a:r>
            <a:r>
              <a:rPr lang="en-US" sz="1800" dirty="0"/>
              <a:t>-</a:t>
            </a:r>
            <a:r>
              <a:rPr lang="en-US" sz="2400" dirty="0"/>
              <a:t> </a:t>
            </a:r>
            <a:r>
              <a:rPr lang="en-US" sz="2200" b="0" dirty="0"/>
              <a:t>User preview, signing &amp; download</a:t>
            </a:r>
            <a:br>
              <a:rPr lang="en-US" sz="2200" b="0" dirty="0"/>
            </a:br>
            <a:r>
              <a:rPr lang="en-US" sz="2200" b="0" dirty="0"/>
              <a:t> </a:t>
            </a:r>
            <a:r>
              <a:rPr lang="en-US" sz="1800" dirty="0"/>
              <a:t>-</a:t>
            </a:r>
            <a:r>
              <a:rPr lang="en-US" sz="2200" b="0" dirty="0"/>
              <a:t> Does not require Generate Document step</a:t>
            </a:r>
            <a:endParaRPr sz="2200" b="0" dirty="0"/>
          </a:p>
        </p:txBody>
      </p:sp>
    </p:spTree>
    <p:extLst>
      <p:ext uri="{BB962C8B-B14F-4D97-AF65-F5344CB8AC3E}">
        <p14:creationId xmlns:p14="http://schemas.microsoft.com/office/powerpoint/2010/main" val="17983773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45BE1A-F023-81FB-56A5-F9A0F51A17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22F604-9B9C-9EB3-8894-6927854A66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929" y="506262"/>
            <a:ext cx="10216747" cy="1122400"/>
          </a:xfrm>
        </p:spPr>
        <p:txBody>
          <a:bodyPr>
            <a:noAutofit/>
          </a:bodyPr>
          <a:lstStyle/>
          <a:p>
            <a:pPr algn="l"/>
            <a:r>
              <a:rPr lang="en-US" dirty="0"/>
              <a:t>Dude, where’s my document?</a:t>
            </a:r>
            <a:endParaRPr lang="en-US" sz="7200" dirty="0"/>
          </a:p>
        </p:txBody>
      </p:sp>
    </p:spTree>
    <p:extLst>
      <p:ext uri="{BB962C8B-B14F-4D97-AF65-F5344CB8AC3E}">
        <p14:creationId xmlns:p14="http://schemas.microsoft.com/office/powerpoint/2010/main" val="18145076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6A3D8B-1C78-4DEE-77A0-94D59DEE1F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B300FF-DE43-CA8E-8275-9166A14B5A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algn="ctr"/>
            <a:r>
              <a:rPr dirty="0"/>
              <a:t>Document Visibility Gotcha</a:t>
            </a:r>
          </a:p>
          <a:p>
            <a:endParaRPr dirty="0"/>
          </a:p>
          <a:p>
            <a:br>
              <a:rPr lang="en-US" b="0" dirty="0"/>
            </a:br>
            <a:r>
              <a:rPr dirty="0"/>
              <a:t>Review Document </a:t>
            </a:r>
            <a:r>
              <a:rPr b="0" dirty="0"/>
              <a:t>are NOT stored in Worker Documents.</a:t>
            </a:r>
          </a:p>
          <a:p>
            <a:br>
              <a:rPr lang="en-US" dirty="0"/>
            </a:br>
            <a:endParaRPr dirty="0"/>
          </a:p>
          <a:p>
            <a:r>
              <a:rPr dirty="0"/>
              <a:t>Fix:</a:t>
            </a:r>
          </a:p>
          <a:p>
            <a:r>
              <a:rPr sz="2700" b="0" dirty="0"/>
              <a:t>Use an Orchestration + Document ID to </a:t>
            </a:r>
            <a:r>
              <a:rPr lang="en-US" sz="2700" b="0" dirty="0"/>
              <a:t>attach it</a:t>
            </a:r>
            <a:r>
              <a:rPr sz="2700" b="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074190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48CE8A-1FB1-A972-7374-C1054A9200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28971" y="699278"/>
            <a:ext cx="6695831" cy="479526"/>
          </a:xfrm>
        </p:spPr>
        <p:txBody>
          <a:bodyPr/>
          <a:lstStyle/>
          <a:p>
            <a:r>
              <a:rPr lang="en-US" dirty="0"/>
              <a:t>All the calc fields we need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B59AC47-99EB-1290-394F-BB0864363010}"/>
              </a:ext>
            </a:extLst>
          </p:cNvPr>
          <p:cNvSpPr txBox="1"/>
          <p:nvPr/>
        </p:nvSpPr>
        <p:spPr>
          <a:xfrm>
            <a:off x="5054600" y="1705557"/>
            <a:ext cx="5294012" cy="6186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90000"/>
              </a:lnSpc>
              <a:spcBef>
                <a:spcPts val="1000"/>
              </a:spcBef>
              <a:buClr>
                <a:schemeClr val="bg1"/>
              </a:buClr>
              <a:buFont typeface="Wingdings" panose="05000000000000000000" pitchFamily="2" charset="2"/>
              <a:buChar char="§"/>
            </a:pPr>
            <a:endParaRPr lang="en-US" sz="1800" dirty="0">
              <a:latin typeface="+mj-lt"/>
            </a:endParaRPr>
          </a:p>
          <a:p>
            <a:endParaRPr lang="en-US" dirty="0"/>
          </a:p>
        </p:txBody>
      </p:sp>
      <p:pic>
        <p:nvPicPr>
          <p:cNvPr id="6" name="Picture 5" descr="A diagram of a document&#10;&#10;AI-generated content may be incorrect.">
            <a:extLst>
              <a:ext uri="{FF2B5EF4-FFF2-40B4-BE49-F238E27FC236}">
                <a16:creationId xmlns:a16="http://schemas.microsoft.com/office/drawing/2014/main" id="{A3435704-F9F9-5D95-1D5C-B621766953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43388" y="1541145"/>
            <a:ext cx="3136401" cy="4704602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27140603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3CA91F-A70B-F51D-AFD1-9B2DA8F9FB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E7E67C-E989-06BF-7C5F-F1AF29CF85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28971" y="699278"/>
            <a:ext cx="6695831" cy="479526"/>
          </a:xfrm>
        </p:spPr>
        <p:txBody>
          <a:bodyPr/>
          <a:lstStyle/>
          <a:p>
            <a:r>
              <a:rPr lang="en-US" dirty="0"/>
              <a:t>Extract the Review Document Event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7101532-3F8C-EFDB-FD6F-1B05A22816FA}"/>
              </a:ext>
            </a:extLst>
          </p:cNvPr>
          <p:cNvSpPr txBox="1"/>
          <p:nvPr/>
        </p:nvSpPr>
        <p:spPr>
          <a:xfrm>
            <a:off x="5054600" y="1705557"/>
            <a:ext cx="5294012" cy="6186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90000"/>
              </a:lnSpc>
              <a:spcBef>
                <a:spcPts val="1000"/>
              </a:spcBef>
              <a:buClr>
                <a:schemeClr val="bg1"/>
              </a:buClr>
              <a:buFont typeface="Wingdings" panose="05000000000000000000" pitchFamily="2" charset="2"/>
              <a:buChar char="§"/>
            </a:pPr>
            <a:endParaRPr lang="en-US" sz="1800" dirty="0">
              <a:latin typeface="+mj-lt"/>
            </a:endParaRPr>
          </a:p>
          <a:p>
            <a:endParaRPr lang="en-US" dirty="0"/>
          </a:p>
        </p:txBody>
      </p:sp>
      <p:pic>
        <p:nvPicPr>
          <p:cNvPr id="7" name="Picture 6" descr="A screenshot of a computer&#10;&#10;AI-generated content may be incorrect.">
            <a:extLst>
              <a:ext uri="{FF2B5EF4-FFF2-40B4-BE49-F238E27FC236}">
                <a16:creationId xmlns:a16="http://schemas.microsoft.com/office/drawing/2014/main" id="{41298220-5AA2-34FB-3CE2-6F5D908F18D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64485" y="1178804"/>
            <a:ext cx="6624802" cy="52409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33682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9F9A1D-AD6D-68F5-097E-5E859CC4F2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36AB02-F696-626A-9E6A-EC81AF294E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28971" y="699278"/>
            <a:ext cx="6695831" cy="479526"/>
          </a:xfrm>
        </p:spPr>
        <p:txBody>
          <a:bodyPr/>
          <a:lstStyle/>
          <a:p>
            <a:r>
              <a:rPr lang="en-US" dirty="0"/>
              <a:t>Extract the Review Documents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3673B38-D3A4-2798-4306-0A2F96B82EB2}"/>
              </a:ext>
            </a:extLst>
          </p:cNvPr>
          <p:cNvSpPr txBox="1"/>
          <p:nvPr/>
        </p:nvSpPr>
        <p:spPr>
          <a:xfrm>
            <a:off x="5054600" y="1705557"/>
            <a:ext cx="5294012" cy="6186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90000"/>
              </a:lnSpc>
              <a:spcBef>
                <a:spcPts val="1000"/>
              </a:spcBef>
              <a:buClr>
                <a:schemeClr val="bg1"/>
              </a:buClr>
              <a:buFont typeface="Wingdings" panose="05000000000000000000" pitchFamily="2" charset="2"/>
              <a:buChar char="§"/>
            </a:pPr>
            <a:endParaRPr lang="en-US" sz="1800" dirty="0">
              <a:latin typeface="+mj-lt"/>
            </a:endParaRPr>
          </a:p>
          <a:p>
            <a:endParaRPr lang="en-US" dirty="0"/>
          </a:p>
        </p:txBody>
      </p:sp>
      <p:pic>
        <p:nvPicPr>
          <p:cNvPr id="4" name="Picture 3" descr="A screenshot of a computer&#10;&#10;AI-generated content may be incorrect.">
            <a:extLst>
              <a:ext uri="{FF2B5EF4-FFF2-40B4-BE49-F238E27FC236}">
                <a16:creationId xmlns:a16="http://schemas.microsoft.com/office/drawing/2014/main" id="{C5673EB3-E7F1-EC2E-0045-191A3ED1D88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02862" y="1387921"/>
            <a:ext cx="8154538" cy="39343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59781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F29037-B254-26C9-A9D1-1568E94B89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6CBFB9-1152-8EBA-35AE-7F77C42DAA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28971" y="699278"/>
            <a:ext cx="9108120" cy="479526"/>
          </a:xfrm>
        </p:spPr>
        <p:txBody>
          <a:bodyPr>
            <a:normAutofit/>
          </a:bodyPr>
          <a:lstStyle/>
          <a:p>
            <a:r>
              <a:rPr lang="en-US" dirty="0"/>
              <a:t>Extract the Most Recent Review Document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8FCABA0-8BFF-DCDE-3CDB-4ABA30EA61F4}"/>
              </a:ext>
            </a:extLst>
          </p:cNvPr>
          <p:cNvSpPr txBox="1"/>
          <p:nvPr/>
        </p:nvSpPr>
        <p:spPr>
          <a:xfrm>
            <a:off x="5054600" y="1705557"/>
            <a:ext cx="5294012" cy="6186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90000"/>
              </a:lnSpc>
              <a:spcBef>
                <a:spcPts val="1000"/>
              </a:spcBef>
              <a:buClr>
                <a:schemeClr val="bg1"/>
              </a:buClr>
              <a:buFont typeface="Wingdings" panose="05000000000000000000" pitchFamily="2" charset="2"/>
              <a:buChar char="§"/>
            </a:pPr>
            <a:endParaRPr lang="en-US" sz="1800" dirty="0">
              <a:latin typeface="+mj-lt"/>
            </a:endParaRPr>
          </a:p>
          <a:p>
            <a:endParaRPr lang="en-US" dirty="0"/>
          </a:p>
        </p:txBody>
      </p:sp>
      <p:pic>
        <p:nvPicPr>
          <p:cNvPr id="5" name="Picture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0F3BB0E1-5C09-0027-40F0-0195EA05B68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04793" y="1178804"/>
            <a:ext cx="6151072" cy="5361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30332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9FCDF2-B123-2E4E-F688-BF22768FAB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E8A9A2-618E-6AE7-7120-246F2130F6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28971" y="699278"/>
            <a:ext cx="9108120" cy="479526"/>
          </a:xfrm>
        </p:spPr>
        <p:txBody>
          <a:bodyPr>
            <a:normAutofit/>
          </a:bodyPr>
          <a:lstStyle/>
          <a:p>
            <a:r>
              <a:rPr lang="en-US" dirty="0"/>
              <a:t>Extract the Generated Document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33167F2-5E11-4657-4C0B-958D16448529}"/>
              </a:ext>
            </a:extLst>
          </p:cNvPr>
          <p:cNvSpPr txBox="1"/>
          <p:nvPr/>
        </p:nvSpPr>
        <p:spPr>
          <a:xfrm>
            <a:off x="5054600" y="1705557"/>
            <a:ext cx="5294012" cy="6186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90000"/>
              </a:lnSpc>
              <a:spcBef>
                <a:spcPts val="1000"/>
              </a:spcBef>
              <a:buClr>
                <a:schemeClr val="bg1"/>
              </a:buClr>
              <a:buFont typeface="Wingdings" panose="05000000000000000000" pitchFamily="2" charset="2"/>
              <a:buChar char="§"/>
            </a:pPr>
            <a:endParaRPr lang="en-US" sz="1800" dirty="0">
              <a:latin typeface="+mj-lt"/>
            </a:endParaRPr>
          </a:p>
          <a:p>
            <a:endParaRPr lang="en-US" dirty="0"/>
          </a:p>
        </p:txBody>
      </p:sp>
      <p:pic>
        <p:nvPicPr>
          <p:cNvPr id="4" name="Picture 3" descr="A screenshot of a computer&#10;&#10;AI-generated content may be incorrect.">
            <a:extLst>
              <a:ext uri="{FF2B5EF4-FFF2-40B4-BE49-F238E27FC236}">
                <a16:creationId xmlns:a16="http://schemas.microsoft.com/office/drawing/2014/main" id="{6D2416FA-206D-91F5-EBAB-5D77D7FF8C9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28971" y="1476102"/>
            <a:ext cx="7649643" cy="39057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88748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F7048A-9BDD-3E78-EAFD-53A12BF432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028050-3B06-6CB5-E878-ADA2085732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28971" y="699278"/>
            <a:ext cx="9108120" cy="479526"/>
          </a:xfrm>
        </p:spPr>
        <p:txBody>
          <a:bodyPr>
            <a:normAutofit/>
          </a:bodyPr>
          <a:lstStyle/>
          <a:p>
            <a:r>
              <a:rPr lang="en-US" dirty="0"/>
              <a:t>Extract the Document ID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3CA1291-62E2-FE7E-F2F7-2563DF6D5E17}"/>
              </a:ext>
            </a:extLst>
          </p:cNvPr>
          <p:cNvSpPr txBox="1"/>
          <p:nvPr/>
        </p:nvSpPr>
        <p:spPr>
          <a:xfrm>
            <a:off x="5054600" y="1705557"/>
            <a:ext cx="5294012" cy="6186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90000"/>
              </a:lnSpc>
              <a:spcBef>
                <a:spcPts val="1000"/>
              </a:spcBef>
              <a:buClr>
                <a:schemeClr val="bg1"/>
              </a:buClr>
              <a:buFont typeface="Wingdings" panose="05000000000000000000" pitchFamily="2" charset="2"/>
              <a:buChar char="§"/>
            </a:pPr>
            <a:endParaRPr lang="en-US" sz="1800" dirty="0">
              <a:latin typeface="+mj-lt"/>
            </a:endParaRPr>
          </a:p>
          <a:p>
            <a:endParaRPr lang="en-US" dirty="0"/>
          </a:p>
        </p:txBody>
      </p:sp>
      <p:pic>
        <p:nvPicPr>
          <p:cNvPr id="5" name="Picture 4" descr="A screenshot of a web page&#10;&#10;AI-generated content may be incorrect.">
            <a:extLst>
              <a:ext uri="{FF2B5EF4-FFF2-40B4-BE49-F238E27FC236}">
                <a16:creationId xmlns:a16="http://schemas.microsoft.com/office/drawing/2014/main" id="{F20FDF43-7969-7FBE-6A42-D9D8FB4415E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28971" y="1389371"/>
            <a:ext cx="7973538" cy="38391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28831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D6BB79-D9CB-917B-4FAF-E50E319538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7723B6-3D96-A1FC-3297-C7781A890E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28971" y="699278"/>
            <a:ext cx="9108120" cy="479526"/>
          </a:xfrm>
        </p:spPr>
        <p:txBody>
          <a:bodyPr>
            <a:normAutofit/>
          </a:bodyPr>
          <a:lstStyle/>
          <a:p>
            <a:r>
              <a:rPr lang="en-US" dirty="0"/>
              <a:t>Security for ISSG (note the UBSG!)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BDBC50B-A260-E773-A32A-957E605DF404}"/>
              </a:ext>
            </a:extLst>
          </p:cNvPr>
          <p:cNvSpPr txBox="1"/>
          <p:nvPr/>
        </p:nvSpPr>
        <p:spPr>
          <a:xfrm>
            <a:off x="5054600" y="1705557"/>
            <a:ext cx="5294012" cy="6186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90000"/>
              </a:lnSpc>
              <a:spcBef>
                <a:spcPts val="1000"/>
              </a:spcBef>
              <a:buClr>
                <a:schemeClr val="bg1"/>
              </a:buClr>
              <a:buFont typeface="Wingdings" panose="05000000000000000000" pitchFamily="2" charset="2"/>
              <a:buChar char="§"/>
            </a:pPr>
            <a:endParaRPr lang="en-US" sz="1800" dirty="0">
              <a:latin typeface="+mj-lt"/>
            </a:endParaRPr>
          </a:p>
          <a:p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0830FFA-9441-855A-AD3C-7699D378F96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6089" y="1485900"/>
            <a:ext cx="9922534" cy="32108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85659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9974F9-D7BF-95FC-EA8A-B0C08E1FE2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6F4140-A412-B084-8AA4-1899911754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28971" y="699278"/>
            <a:ext cx="9108120" cy="479526"/>
          </a:xfrm>
        </p:spPr>
        <p:txBody>
          <a:bodyPr>
            <a:normAutofit/>
          </a:bodyPr>
          <a:lstStyle/>
          <a:p>
            <a:r>
              <a:rPr lang="en-US" dirty="0"/>
              <a:t>Security for ISSG (note the UBSG!)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88C8F27-FBEE-6A2E-AB72-297FE93D87BE}"/>
              </a:ext>
            </a:extLst>
          </p:cNvPr>
          <p:cNvSpPr txBox="1"/>
          <p:nvPr/>
        </p:nvSpPr>
        <p:spPr>
          <a:xfrm>
            <a:off x="5054600" y="1705557"/>
            <a:ext cx="5294012" cy="6186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90000"/>
              </a:lnSpc>
              <a:spcBef>
                <a:spcPts val="1000"/>
              </a:spcBef>
              <a:buClr>
                <a:schemeClr val="bg1"/>
              </a:buClr>
              <a:buFont typeface="Wingdings" panose="05000000000000000000" pitchFamily="2" charset="2"/>
              <a:buChar char="§"/>
            </a:pPr>
            <a:endParaRPr lang="en-US" sz="1800" dirty="0">
              <a:latin typeface="+mj-lt"/>
            </a:endParaRPr>
          </a:p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4C74964-D6D9-4909-1DB7-5697A3DAFC1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8971" y="1628775"/>
            <a:ext cx="10425945" cy="33255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711961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445B9CCCA2C2444B97DECB5EBD50BC75" ma:contentTypeVersion="13" ma:contentTypeDescription="Create a new document." ma:contentTypeScope="" ma:versionID="f98625d8518cace85ef70c0e9d136cf9">
  <xsd:schema xmlns:xsd="http://www.w3.org/2001/XMLSchema" xmlns:xs="http://www.w3.org/2001/XMLSchema" xmlns:p="http://schemas.microsoft.com/office/2006/metadata/properties" xmlns:ns2="6832ed8e-e17a-41db-8f66-a28b87f2cfd6" xmlns:ns3="f545598b-ef4e-46d2-b31d-9b6149ba0766" targetNamespace="http://schemas.microsoft.com/office/2006/metadata/properties" ma:root="true" ma:fieldsID="b731393d8f04431f2bda7eb79fa2ecf2" ns2:_="" ns3:_="">
    <xsd:import namespace="6832ed8e-e17a-41db-8f66-a28b87f2cfd6"/>
    <xsd:import namespace="f545598b-ef4e-46d2-b31d-9b6149ba0766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2:lcf76f155ced4ddcb4097134ff3c332f" minOccurs="0"/>
                <xsd:element ref="ns3:TaxCatchAll" minOccurs="0"/>
                <xsd:element ref="ns2:MediaServiceDateTaken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ContributorNot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832ed8e-e17a-41db-8f66-a28b87f2cfd6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3" nillable="true" ma:taxonomy="true" ma:internalName="lcf76f155ced4ddcb4097134ff3c332f" ma:taxonomyFieldName="MediaServiceImageTags" ma:displayName="Image Tags" ma:readOnly="false" ma:fieldId="{5cf76f15-5ced-4ddc-b409-7134ff3c332f}" ma:taxonomyMulti="true" ma:sspId="5af96de8-1224-4ccc-9acf-3abee762a645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5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9" nillable="true" ma:displayName="MediaLengthInSeconds" ma:hidden="true" ma:internalName="MediaLengthInSeconds" ma:readOnly="true">
      <xsd:simpleType>
        <xsd:restriction base="dms:Unknown"/>
      </xsd:simpleType>
    </xsd:element>
    <xsd:element name="ContributorNote" ma:index="20" nillable="true" ma:displayName="Contributor Note" ma:description="Extra detail added by contributor of solution" ma:format="Dropdown" ma:internalName="ContributorNote">
      <xsd:simpleType>
        <xsd:restriction base="dms:Text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545598b-ef4e-46d2-b31d-9b6149ba0766" elementFormDefault="qualified">
    <xsd:import namespace="http://schemas.microsoft.com/office/2006/documentManagement/types"/>
    <xsd:import namespace="http://schemas.microsoft.com/office/infopath/2007/PartnerControls"/>
    <xsd:element name="TaxCatchAll" ma:index="14" nillable="true" ma:displayName="Taxonomy Catch All Column" ma:hidden="true" ma:list="{f80854a2-65f9-45e2-b9a4-6dbe1438a0b1}" ma:internalName="TaxCatchAll" ma:showField="CatchAllData" ma:web="f545598b-ef4e-46d2-b31d-9b6149ba0766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ContributorNote xmlns="6832ed8e-e17a-41db-8f66-a28b87f2cfd6" xsi:nil="true"/>
    <TaxCatchAll xmlns="f545598b-ef4e-46d2-b31d-9b6149ba0766" xsi:nil="true"/>
    <lcf76f155ced4ddcb4097134ff3c332f xmlns="6832ed8e-e17a-41db-8f66-a28b87f2cfd6">
      <Terms xmlns="http://schemas.microsoft.com/office/infopath/2007/PartnerControls"/>
    </lcf76f155ced4ddcb4097134ff3c332f>
  </documentManagement>
</p:properties>
</file>

<file path=customXml/itemProps1.xml><?xml version="1.0" encoding="utf-8"?>
<ds:datastoreItem xmlns:ds="http://schemas.openxmlformats.org/officeDocument/2006/customXml" ds:itemID="{43D9EF02-A251-40CA-95F8-31C9F2A0E2EF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0A57DE49-DD90-45BF-A8BC-EBD8F6C73068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6832ed8e-e17a-41db-8f66-a28b87f2cfd6"/>
    <ds:schemaRef ds:uri="f545598b-ef4e-46d2-b31d-9b6149ba0766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5E7376CD-A338-4EA4-8FD7-3D7806314133}">
  <ds:schemaRefs>
    <ds:schemaRef ds:uri="http://schemas.microsoft.com/office/2006/metadata/properties"/>
    <ds:schemaRef ds:uri="http://schemas.microsoft.com/office/infopath/2007/PartnerControls"/>
    <ds:schemaRef ds:uri="6832ed8e-e17a-41db-8f66-a28b87f2cfd6"/>
    <ds:schemaRef ds:uri="f545598b-ef4e-46d2-b31d-9b6149ba0766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8975</TotalTime>
  <Words>189</Words>
  <Application>Microsoft Office PowerPoint</Application>
  <PresentationFormat>Widescreen</PresentationFormat>
  <Paragraphs>44</Paragraphs>
  <Slides>16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4" baseType="lpstr">
      <vt:lpstr>Aptos</vt:lpstr>
      <vt:lpstr>Aptos Display</vt:lpstr>
      <vt:lpstr>Arial</vt:lpstr>
      <vt:lpstr>Calibri</vt:lpstr>
      <vt:lpstr>Poppins</vt:lpstr>
      <vt:lpstr>Poppins Light</vt:lpstr>
      <vt:lpstr>Wingdings</vt:lpstr>
      <vt:lpstr>office theme</vt:lpstr>
      <vt:lpstr>Wizard Session Document Generation</vt:lpstr>
      <vt:lpstr>Agenda</vt:lpstr>
      <vt:lpstr>What are the options?</vt:lpstr>
      <vt:lpstr>Document Generation Options  Create Document     ✅ Fastest to build   ❌ Very limited layout  Doc Templates     ✅ Images + Grids     ✅ Flexible for most use cases  BIRT     ✅ Pixel-perfect layouts     ❌ Most complex</vt:lpstr>
      <vt:lpstr>BP Actions</vt:lpstr>
      <vt:lpstr>BP Actions — Core Flow   Generate Document:  - Builds the document, allowing updates before review  Review Document:  - User preview, signing &amp; download  - Does not require Generate Document step</vt:lpstr>
      <vt:lpstr>Dude, where’s my document?</vt:lpstr>
      <vt:lpstr>Document Visibility Gotcha   Review Document are NOT stored in Worker Documents.   Fix: Use an Orchestration + Document ID to attach it.</vt:lpstr>
      <vt:lpstr>All the calc fields we need</vt:lpstr>
      <vt:lpstr>Extract the Review Document Event</vt:lpstr>
      <vt:lpstr>Extract the Review Documents</vt:lpstr>
      <vt:lpstr>Extract the Most Recent Review Document</vt:lpstr>
      <vt:lpstr>Extract the Generated Document</vt:lpstr>
      <vt:lpstr>Extract the Document ID</vt:lpstr>
      <vt:lpstr>Security for ISSG (note the UBSG!)</vt:lpstr>
      <vt:lpstr>Security for ISSG (note the UBSG!)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Clint Harwood</dc:creator>
  <cp:lastModifiedBy>Chris Humphrey</cp:lastModifiedBy>
  <cp:revision>56</cp:revision>
  <dcterms:created xsi:type="dcterms:W3CDTF">2025-07-08T14:42:00Z</dcterms:created>
  <dcterms:modified xsi:type="dcterms:W3CDTF">2025-11-18T18:11:20Z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0x010100445B9CCCA2C2444B97DECB5EBD50BC75</vt:lpwstr>
  </property>
</Properties>
</file>