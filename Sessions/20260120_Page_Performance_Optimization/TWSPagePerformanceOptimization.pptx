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sldIdLst>
    <p:sldId id="285" r:id="rId5"/>
    <p:sldId id="324" r:id="rId6"/>
    <p:sldId id="356" r:id="rId7"/>
    <p:sldId id="309" r:id="rId8"/>
    <p:sldId id="357" r:id="rId9"/>
    <p:sldId id="362" r:id="rId10"/>
    <p:sldId id="317" r:id="rId11"/>
    <p:sldId id="360" r:id="rId12"/>
    <p:sldId id="358" r:id="rId13"/>
    <p:sldId id="300" r:id="rId14"/>
    <p:sldId id="359" r:id="rId15"/>
    <p:sldId id="363" r:id="rId16"/>
    <p:sldId id="294" r:id="rId17"/>
    <p:sldId id="310" r:id="rId18"/>
    <p:sldId id="31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7FDD2AB-8EEF-4CAB-803F-D97B095DE0CE}">
          <p14:sldIdLst>
            <p14:sldId id="285"/>
            <p14:sldId id="324"/>
            <p14:sldId id="356"/>
            <p14:sldId id="309"/>
            <p14:sldId id="357"/>
            <p14:sldId id="362"/>
            <p14:sldId id="317"/>
            <p14:sldId id="360"/>
            <p14:sldId id="358"/>
            <p14:sldId id="300"/>
            <p14:sldId id="359"/>
            <p14:sldId id="363"/>
            <p14:sldId id="294"/>
            <p14:sldId id="310"/>
            <p14:sldId id="315"/>
          </p14:sldIdLst>
        </p14:section>
        <p14:section name="Appendix" id="{729AA88C-A1DB-4D67-9A42-59DB90FA885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6AA0"/>
    <a:srgbClr val="F0A44B"/>
    <a:srgbClr val="93C847"/>
    <a:srgbClr val="EEEF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2B0C17-5F05-4837-9AF1-D35BC265E83F}" v="3" dt="2026-01-20T16:34:46.369"/>
    <p1510:client id="{85716960-5E0C-0BE3-B6E6-B494A07B69EE}" v="74" dt="2026-01-19T19:15:17.544"/>
    <p1510:client id="{F1772FC8-4E14-2A9A-5E40-2FD20A4A4379}" v="408" dt="2026-01-19T19:01:56.752"/>
  </p1510:revLst>
</p1510:revInfo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563" autoAdjust="0"/>
  </p:normalViewPr>
  <p:slideViewPr>
    <p:cSldViewPr snapToGrid="0">
      <p:cViewPr varScale="1">
        <p:scale>
          <a:sx n="122" d="100"/>
          <a:sy n="122" d="100"/>
        </p:scale>
        <p:origin x="1752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int Harwood" userId="868c4513-4632-4226-bd05-c46b0408d97b" providerId="ADAL" clId="{192B0C17-5F05-4837-9AF1-D35BC265E83F}"/>
    <pc:docChg chg="undo custSel addSld delSld modSld modSection">
      <pc:chgData name="Clint Harwood" userId="868c4513-4632-4226-bd05-c46b0408d97b" providerId="ADAL" clId="{192B0C17-5F05-4837-9AF1-D35BC265E83F}" dt="2026-01-20T16:35:41.637" v="158" actId="27636"/>
      <pc:docMkLst>
        <pc:docMk/>
      </pc:docMkLst>
      <pc:sldChg chg="modSp mod">
        <pc:chgData name="Clint Harwood" userId="868c4513-4632-4226-bd05-c46b0408d97b" providerId="ADAL" clId="{192B0C17-5F05-4837-9AF1-D35BC265E83F}" dt="2026-01-19T21:39:46.209" v="131" actId="20577"/>
        <pc:sldMkLst>
          <pc:docMk/>
          <pc:sldMk cId="4244697819" sldId="285"/>
        </pc:sldMkLst>
        <pc:spChg chg="mod">
          <ac:chgData name="Clint Harwood" userId="868c4513-4632-4226-bd05-c46b0408d97b" providerId="ADAL" clId="{192B0C17-5F05-4837-9AF1-D35BC265E83F}" dt="2026-01-19T21:39:46.209" v="131" actId="20577"/>
          <ac:spMkLst>
            <pc:docMk/>
            <pc:sldMk cId="4244697819" sldId="285"/>
            <ac:spMk id="2" creationId="{2C8AC09B-0487-F89B-ED16-DBF366F87BB3}"/>
          </ac:spMkLst>
        </pc:spChg>
      </pc:sldChg>
      <pc:sldChg chg="modSp mod">
        <pc:chgData name="Clint Harwood" userId="868c4513-4632-4226-bd05-c46b0408d97b" providerId="ADAL" clId="{192B0C17-5F05-4837-9AF1-D35BC265E83F}" dt="2026-01-20T16:35:41.637" v="158" actId="27636"/>
        <pc:sldMkLst>
          <pc:docMk/>
          <pc:sldMk cId="4153935219" sldId="294"/>
        </pc:sldMkLst>
        <pc:spChg chg="mod">
          <ac:chgData name="Clint Harwood" userId="868c4513-4632-4226-bd05-c46b0408d97b" providerId="ADAL" clId="{192B0C17-5F05-4837-9AF1-D35BC265E83F}" dt="2026-01-20T16:35:41.637" v="158" actId="27636"/>
          <ac:spMkLst>
            <pc:docMk/>
            <pc:sldMk cId="4153935219" sldId="294"/>
            <ac:spMk id="3" creationId="{84D76B17-01F3-3FAA-92A6-1442FECF0641}"/>
          </ac:spMkLst>
        </pc:spChg>
      </pc:sldChg>
      <pc:sldChg chg="modSp mod">
        <pc:chgData name="Clint Harwood" userId="868c4513-4632-4226-bd05-c46b0408d97b" providerId="ADAL" clId="{192B0C17-5F05-4837-9AF1-D35BC265E83F}" dt="2026-01-19T21:35:13.407" v="107" actId="20577"/>
        <pc:sldMkLst>
          <pc:docMk/>
          <pc:sldMk cId="853233603" sldId="300"/>
        </pc:sldMkLst>
        <pc:spChg chg="mod">
          <ac:chgData name="Clint Harwood" userId="868c4513-4632-4226-bd05-c46b0408d97b" providerId="ADAL" clId="{192B0C17-5F05-4837-9AF1-D35BC265E83F}" dt="2026-01-19T21:35:13.407" v="107" actId="20577"/>
          <ac:spMkLst>
            <pc:docMk/>
            <pc:sldMk cId="853233603" sldId="300"/>
            <ac:spMk id="2" creationId="{298C9BFB-67F7-151E-62E7-20E40E6AB257}"/>
          </ac:spMkLst>
        </pc:spChg>
      </pc:sldChg>
      <pc:sldChg chg="modSp mod">
        <pc:chgData name="Clint Harwood" userId="868c4513-4632-4226-bd05-c46b0408d97b" providerId="ADAL" clId="{192B0C17-5F05-4837-9AF1-D35BC265E83F}" dt="2026-01-19T21:29:25.298" v="0" actId="20577"/>
        <pc:sldMkLst>
          <pc:docMk/>
          <pc:sldMk cId="2051636102" sldId="309"/>
        </pc:sldMkLst>
        <pc:spChg chg="mod">
          <ac:chgData name="Clint Harwood" userId="868c4513-4632-4226-bd05-c46b0408d97b" providerId="ADAL" clId="{192B0C17-5F05-4837-9AF1-D35BC265E83F}" dt="2026-01-19T21:29:25.298" v="0" actId="20577"/>
          <ac:spMkLst>
            <pc:docMk/>
            <pc:sldMk cId="2051636102" sldId="309"/>
            <ac:spMk id="3" creationId="{8A4B5866-9F3A-62A0-7F78-26C0B54604E0}"/>
          </ac:spMkLst>
        </pc:spChg>
      </pc:sldChg>
      <pc:sldChg chg="modNotesTx">
        <pc:chgData name="Clint Harwood" userId="868c4513-4632-4226-bd05-c46b0408d97b" providerId="ADAL" clId="{192B0C17-5F05-4837-9AF1-D35BC265E83F}" dt="2026-01-19T21:30:37.357" v="1" actId="6549"/>
        <pc:sldMkLst>
          <pc:docMk/>
          <pc:sldMk cId="2516206393" sldId="317"/>
        </pc:sldMkLst>
      </pc:sldChg>
      <pc:sldChg chg="modSp mod">
        <pc:chgData name="Clint Harwood" userId="868c4513-4632-4226-bd05-c46b0408d97b" providerId="ADAL" clId="{192B0C17-5F05-4837-9AF1-D35BC265E83F}" dt="2026-01-19T21:40:10.483" v="150" actId="20577"/>
        <pc:sldMkLst>
          <pc:docMk/>
          <pc:sldMk cId="3694680853" sldId="324"/>
        </pc:sldMkLst>
        <pc:spChg chg="mod">
          <ac:chgData name="Clint Harwood" userId="868c4513-4632-4226-bd05-c46b0408d97b" providerId="ADAL" clId="{192B0C17-5F05-4837-9AF1-D35BC265E83F}" dt="2026-01-19T21:40:10.483" v="150" actId="20577"/>
          <ac:spMkLst>
            <pc:docMk/>
            <pc:sldMk cId="3694680853" sldId="324"/>
            <ac:spMk id="2" creationId="{0221A821-CBF6-CF6D-2F3D-E0280C1BEA60}"/>
          </ac:spMkLst>
        </pc:spChg>
      </pc:sldChg>
      <pc:sldChg chg="modSp mod">
        <pc:chgData name="Clint Harwood" userId="868c4513-4632-4226-bd05-c46b0408d97b" providerId="ADAL" clId="{192B0C17-5F05-4837-9AF1-D35BC265E83F}" dt="2026-01-19T21:31:48.255" v="4" actId="20577"/>
        <pc:sldMkLst>
          <pc:docMk/>
          <pc:sldMk cId="3523047801" sldId="360"/>
        </pc:sldMkLst>
        <pc:spChg chg="mod">
          <ac:chgData name="Clint Harwood" userId="868c4513-4632-4226-bd05-c46b0408d97b" providerId="ADAL" clId="{192B0C17-5F05-4837-9AF1-D35BC265E83F}" dt="2026-01-19T21:31:48.255" v="4" actId="20577"/>
          <ac:spMkLst>
            <pc:docMk/>
            <pc:sldMk cId="3523047801" sldId="360"/>
            <ac:spMk id="2" creationId="{12CAB5AC-D176-5A02-1544-CC44526F7CAE}"/>
          </ac:spMkLst>
        </pc:spChg>
      </pc:sldChg>
      <pc:sldChg chg="del">
        <pc:chgData name="Clint Harwood" userId="868c4513-4632-4226-bd05-c46b0408d97b" providerId="ADAL" clId="{192B0C17-5F05-4837-9AF1-D35BC265E83F}" dt="2026-01-19T21:35:24.281" v="108" actId="47"/>
        <pc:sldMkLst>
          <pc:docMk/>
          <pc:sldMk cId="1785734649" sldId="361"/>
        </pc:sldMkLst>
      </pc:sldChg>
      <pc:sldChg chg="modSp mod">
        <pc:chgData name="Clint Harwood" userId="868c4513-4632-4226-bd05-c46b0408d97b" providerId="ADAL" clId="{192B0C17-5F05-4837-9AF1-D35BC265E83F}" dt="2026-01-19T21:35:36.035" v="109" actId="20577"/>
        <pc:sldMkLst>
          <pc:docMk/>
          <pc:sldMk cId="3574243746" sldId="363"/>
        </pc:sldMkLst>
        <pc:spChg chg="mod">
          <ac:chgData name="Clint Harwood" userId="868c4513-4632-4226-bd05-c46b0408d97b" providerId="ADAL" clId="{192B0C17-5F05-4837-9AF1-D35BC265E83F}" dt="2026-01-19T21:35:36.035" v="109" actId="20577"/>
          <ac:spMkLst>
            <pc:docMk/>
            <pc:sldMk cId="3574243746" sldId="363"/>
            <ac:spMk id="3" creationId="{CAAA9A16-F0C5-791A-7389-FE692B7FB479}"/>
          </ac:spMkLst>
        </pc:spChg>
      </pc:sldChg>
      <pc:sldChg chg="new del">
        <pc:chgData name="Clint Harwood" userId="868c4513-4632-4226-bd05-c46b0408d97b" providerId="ADAL" clId="{192B0C17-5F05-4837-9AF1-D35BC265E83F}" dt="2026-01-20T16:35:28.517" v="152" actId="680"/>
        <pc:sldMkLst>
          <pc:docMk/>
          <pc:sldMk cId="4228482213" sldId="364"/>
        </pc:sldMkLst>
      </pc:sldChg>
    </pc:docChg>
  </pc:docChgLst>
  <pc:docChgLst>
    <pc:chgData name="Clint Harwood" userId="868c4513-4632-4226-bd05-c46b0408d97b" providerId="ADAL" clId="{C1A17F6F-358A-4CC9-B752-CB19BDD50854}"/>
    <pc:docChg chg="undo custSel addSld delSld modSld sldOrd modSection">
      <pc:chgData name="Clint Harwood" userId="868c4513-4632-4226-bd05-c46b0408d97b" providerId="ADAL" clId="{C1A17F6F-358A-4CC9-B752-CB19BDD50854}" dt="2026-01-13T15:48:23.052" v="691" actId="47"/>
      <pc:docMkLst>
        <pc:docMk/>
      </pc:docMkLst>
      <pc:sldChg chg="modSp mod">
        <pc:chgData name="Clint Harwood" userId="868c4513-4632-4226-bd05-c46b0408d97b" providerId="ADAL" clId="{C1A17F6F-358A-4CC9-B752-CB19BDD50854}" dt="2026-01-13T15:09:54.975" v="69" actId="20577"/>
        <pc:sldMkLst>
          <pc:docMk/>
          <pc:sldMk cId="4244697819" sldId="285"/>
        </pc:sldMkLst>
        <pc:spChg chg="mod">
          <ac:chgData name="Clint Harwood" userId="868c4513-4632-4226-bd05-c46b0408d97b" providerId="ADAL" clId="{C1A17F6F-358A-4CC9-B752-CB19BDD50854}" dt="2026-01-13T15:02:40.247" v="24" actId="20577"/>
          <ac:spMkLst>
            <pc:docMk/>
            <pc:sldMk cId="4244697819" sldId="285"/>
            <ac:spMk id="2" creationId="{2C8AC09B-0487-F89B-ED16-DBF366F87BB3}"/>
          </ac:spMkLst>
        </pc:spChg>
        <pc:spChg chg="mod">
          <ac:chgData name="Clint Harwood" userId="868c4513-4632-4226-bd05-c46b0408d97b" providerId="ADAL" clId="{C1A17F6F-358A-4CC9-B752-CB19BDD50854}" dt="2026-01-13T15:09:31.743" v="52" actId="20577"/>
          <ac:spMkLst>
            <pc:docMk/>
            <pc:sldMk cId="4244697819" sldId="285"/>
            <ac:spMk id="3" creationId="{E48517C1-981B-BA95-47DE-EF315E48E83C}"/>
          </ac:spMkLst>
        </pc:spChg>
        <pc:spChg chg="mod">
          <ac:chgData name="Clint Harwood" userId="868c4513-4632-4226-bd05-c46b0408d97b" providerId="ADAL" clId="{C1A17F6F-358A-4CC9-B752-CB19BDD50854}" dt="2026-01-13T15:09:54.975" v="69" actId="20577"/>
          <ac:spMkLst>
            <pc:docMk/>
            <pc:sldMk cId="4244697819" sldId="285"/>
            <ac:spMk id="5" creationId="{6116E8F9-0854-FC45-A230-A16323D8BECE}"/>
          </ac:spMkLst>
        </pc:spChg>
      </pc:sldChg>
      <pc:sldChg chg="modSp mod ord">
        <pc:chgData name="Clint Harwood" userId="868c4513-4632-4226-bd05-c46b0408d97b" providerId="ADAL" clId="{C1A17F6F-358A-4CC9-B752-CB19BDD50854}" dt="2026-01-13T15:42:48.061" v="572" actId="20577"/>
        <pc:sldMkLst>
          <pc:docMk/>
          <pc:sldMk cId="4153935219" sldId="294"/>
        </pc:sldMkLst>
        <pc:spChg chg="mod">
          <ac:chgData name="Clint Harwood" userId="868c4513-4632-4226-bd05-c46b0408d97b" providerId="ADAL" clId="{C1A17F6F-358A-4CC9-B752-CB19BDD50854}" dt="2026-01-13T15:42:48.061" v="572" actId="20577"/>
          <ac:spMkLst>
            <pc:docMk/>
            <pc:sldMk cId="4153935219" sldId="294"/>
            <ac:spMk id="2" creationId="{71CDCE8E-3A8D-B9CA-3C0D-474CCA057B5A}"/>
          </ac:spMkLst>
        </pc:spChg>
      </pc:sldChg>
      <pc:sldChg chg="modSp mod ord">
        <pc:chgData name="Clint Harwood" userId="868c4513-4632-4226-bd05-c46b0408d97b" providerId="ADAL" clId="{C1A17F6F-358A-4CC9-B752-CB19BDD50854}" dt="2026-01-13T15:47:50.367" v="686" actId="20577"/>
        <pc:sldMkLst>
          <pc:docMk/>
          <pc:sldMk cId="853233603" sldId="300"/>
        </pc:sldMkLst>
        <pc:spChg chg="mod">
          <ac:chgData name="Clint Harwood" userId="868c4513-4632-4226-bd05-c46b0408d97b" providerId="ADAL" clId="{C1A17F6F-358A-4CC9-B752-CB19BDD50854}" dt="2026-01-13T15:47:50.367" v="686" actId="20577"/>
          <ac:spMkLst>
            <pc:docMk/>
            <pc:sldMk cId="853233603" sldId="300"/>
            <ac:spMk id="3" creationId="{F10FEA09-4796-72C2-9979-144B55CC505E}"/>
          </ac:spMkLst>
        </pc:spChg>
      </pc:sldChg>
      <pc:sldChg chg="addSp delSp modSp mod ord">
        <pc:chgData name="Clint Harwood" userId="868c4513-4632-4226-bd05-c46b0408d97b" providerId="ADAL" clId="{C1A17F6F-358A-4CC9-B752-CB19BDD50854}" dt="2026-01-13T15:29:39.965" v="497" actId="1076"/>
        <pc:sldMkLst>
          <pc:docMk/>
          <pc:sldMk cId="2051636102" sldId="309"/>
        </pc:sldMkLst>
        <pc:spChg chg="add mod">
          <ac:chgData name="Clint Harwood" userId="868c4513-4632-4226-bd05-c46b0408d97b" providerId="ADAL" clId="{C1A17F6F-358A-4CC9-B752-CB19BDD50854}" dt="2026-01-13T15:29:39.965" v="497" actId="1076"/>
          <ac:spMkLst>
            <pc:docMk/>
            <pc:sldMk cId="2051636102" sldId="309"/>
            <ac:spMk id="3" creationId="{8A4B5866-9F3A-62A0-7F78-26C0B54604E0}"/>
          </ac:spMkLst>
        </pc:spChg>
        <pc:spChg chg="mod">
          <ac:chgData name="Clint Harwood" userId="868c4513-4632-4226-bd05-c46b0408d97b" providerId="ADAL" clId="{C1A17F6F-358A-4CC9-B752-CB19BDD50854}" dt="2026-01-13T15:17:07.272" v="291" actId="20577"/>
          <ac:spMkLst>
            <pc:docMk/>
            <pc:sldMk cId="2051636102" sldId="309"/>
            <ac:spMk id="6" creationId="{FC1C58C7-5A90-E69D-F212-0A81B863AEC1}"/>
          </ac:spMkLst>
        </pc:spChg>
        <pc:spChg chg="add mod">
          <ac:chgData name="Clint Harwood" userId="868c4513-4632-4226-bd05-c46b0408d97b" providerId="ADAL" clId="{C1A17F6F-358A-4CC9-B752-CB19BDD50854}" dt="2026-01-13T15:29:39.965" v="497" actId="1076"/>
          <ac:spMkLst>
            <pc:docMk/>
            <pc:sldMk cId="2051636102" sldId="309"/>
            <ac:spMk id="8" creationId="{3D1A4A03-A9D1-CC5C-477E-F60E86326489}"/>
          </ac:spMkLst>
        </pc:spChg>
        <pc:spChg chg="add mod">
          <ac:chgData name="Clint Harwood" userId="868c4513-4632-4226-bd05-c46b0408d97b" providerId="ADAL" clId="{C1A17F6F-358A-4CC9-B752-CB19BDD50854}" dt="2026-01-13T15:29:39.965" v="497" actId="1076"/>
          <ac:spMkLst>
            <pc:docMk/>
            <pc:sldMk cId="2051636102" sldId="309"/>
            <ac:spMk id="9" creationId="{A969D95A-0BFE-F61F-56EF-83C476407999}"/>
          </ac:spMkLst>
        </pc:spChg>
        <pc:spChg chg="add mod">
          <ac:chgData name="Clint Harwood" userId="868c4513-4632-4226-bd05-c46b0408d97b" providerId="ADAL" clId="{C1A17F6F-358A-4CC9-B752-CB19BDD50854}" dt="2026-01-13T15:29:39.965" v="497" actId="1076"/>
          <ac:spMkLst>
            <pc:docMk/>
            <pc:sldMk cId="2051636102" sldId="309"/>
            <ac:spMk id="10" creationId="{762200A3-C7BC-5BB3-A128-86ACBBA8CD2F}"/>
          </ac:spMkLst>
        </pc:spChg>
        <pc:spChg chg="add mod">
          <ac:chgData name="Clint Harwood" userId="868c4513-4632-4226-bd05-c46b0408d97b" providerId="ADAL" clId="{C1A17F6F-358A-4CC9-B752-CB19BDD50854}" dt="2026-01-13T15:29:39.965" v="497" actId="1076"/>
          <ac:spMkLst>
            <pc:docMk/>
            <pc:sldMk cId="2051636102" sldId="309"/>
            <ac:spMk id="11" creationId="{2270B9B3-11BA-F831-109D-660CDA903E7A}"/>
          </ac:spMkLst>
        </pc:spChg>
        <pc:spChg chg="add mod">
          <ac:chgData name="Clint Harwood" userId="868c4513-4632-4226-bd05-c46b0408d97b" providerId="ADAL" clId="{C1A17F6F-358A-4CC9-B752-CB19BDD50854}" dt="2026-01-13T15:29:39.965" v="497" actId="1076"/>
          <ac:spMkLst>
            <pc:docMk/>
            <pc:sldMk cId="2051636102" sldId="309"/>
            <ac:spMk id="12" creationId="{6A479C54-A918-9861-8D9E-3AFCD57912B1}"/>
          </ac:spMkLst>
        </pc:spChg>
        <pc:spChg chg="add mod">
          <ac:chgData name="Clint Harwood" userId="868c4513-4632-4226-bd05-c46b0408d97b" providerId="ADAL" clId="{C1A17F6F-358A-4CC9-B752-CB19BDD50854}" dt="2026-01-13T15:29:39.965" v="497" actId="1076"/>
          <ac:spMkLst>
            <pc:docMk/>
            <pc:sldMk cId="2051636102" sldId="309"/>
            <ac:spMk id="13" creationId="{B334F92F-DFE0-38CE-AAF3-63FFB1489BAD}"/>
          </ac:spMkLst>
        </pc:spChg>
        <pc:spChg chg="add mod">
          <ac:chgData name="Clint Harwood" userId="868c4513-4632-4226-bd05-c46b0408d97b" providerId="ADAL" clId="{C1A17F6F-358A-4CC9-B752-CB19BDD50854}" dt="2026-01-13T15:29:39.965" v="497" actId="1076"/>
          <ac:spMkLst>
            <pc:docMk/>
            <pc:sldMk cId="2051636102" sldId="309"/>
            <ac:spMk id="14" creationId="{E7FEB6BB-C28B-C984-CE16-1D814600E672}"/>
          </ac:spMkLst>
        </pc:spChg>
        <pc:spChg chg="add mod">
          <ac:chgData name="Clint Harwood" userId="868c4513-4632-4226-bd05-c46b0408d97b" providerId="ADAL" clId="{C1A17F6F-358A-4CC9-B752-CB19BDD50854}" dt="2026-01-13T15:27:08.273" v="479" actId="1076"/>
          <ac:spMkLst>
            <pc:docMk/>
            <pc:sldMk cId="2051636102" sldId="309"/>
            <ac:spMk id="15" creationId="{D434F36D-6012-686E-B5F6-FFD49E4EFC26}"/>
          </ac:spMkLst>
        </pc:spChg>
        <pc:spChg chg="add mod">
          <ac:chgData name="Clint Harwood" userId="868c4513-4632-4226-bd05-c46b0408d97b" providerId="ADAL" clId="{C1A17F6F-358A-4CC9-B752-CB19BDD50854}" dt="2026-01-13T15:29:39.965" v="497" actId="1076"/>
          <ac:spMkLst>
            <pc:docMk/>
            <pc:sldMk cId="2051636102" sldId="309"/>
            <ac:spMk id="17" creationId="{5B0C3C71-EEFA-788B-A040-DD975447AA7B}"/>
          </ac:spMkLst>
        </pc:spChg>
        <pc:spChg chg="add mod">
          <ac:chgData name="Clint Harwood" userId="868c4513-4632-4226-bd05-c46b0408d97b" providerId="ADAL" clId="{C1A17F6F-358A-4CC9-B752-CB19BDD50854}" dt="2026-01-13T15:29:39.965" v="497" actId="1076"/>
          <ac:spMkLst>
            <pc:docMk/>
            <pc:sldMk cId="2051636102" sldId="309"/>
            <ac:spMk id="18" creationId="{E3B59A2C-7B41-1FF2-A58C-D010FA75196B}"/>
          </ac:spMkLst>
        </pc:spChg>
      </pc:sldChg>
      <pc:sldChg chg="delSp modSp mod ord">
        <pc:chgData name="Clint Harwood" userId="868c4513-4632-4226-bd05-c46b0408d97b" providerId="ADAL" clId="{C1A17F6F-358A-4CC9-B752-CB19BDD50854}" dt="2026-01-13T15:43:57.845" v="618" actId="20577"/>
        <pc:sldMkLst>
          <pc:docMk/>
          <pc:sldMk cId="295571108" sldId="310"/>
        </pc:sldMkLst>
        <pc:spChg chg="mod">
          <ac:chgData name="Clint Harwood" userId="868c4513-4632-4226-bd05-c46b0408d97b" providerId="ADAL" clId="{C1A17F6F-358A-4CC9-B752-CB19BDD50854}" dt="2026-01-13T15:43:57.845" v="618" actId="20577"/>
          <ac:spMkLst>
            <pc:docMk/>
            <pc:sldMk cId="295571108" sldId="310"/>
            <ac:spMk id="2" creationId="{F4351558-54B9-2AC3-AA5B-7E0F0C79D90B}"/>
          </ac:spMkLst>
        </pc:spChg>
        <pc:spChg chg="mod">
          <ac:chgData name="Clint Harwood" userId="868c4513-4632-4226-bd05-c46b0408d97b" providerId="ADAL" clId="{C1A17F6F-358A-4CC9-B752-CB19BDD50854}" dt="2026-01-13T15:43:40.671" v="577" actId="6549"/>
          <ac:spMkLst>
            <pc:docMk/>
            <pc:sldMk cId="295571108" sldId="310"/>
            <ac:spMk id="3" creationId="{FBA20AE6-DC48-8042-26ED-954828A152D7}"/>
          </ac:spMkLst>
        </pc:spChg>
      </pc:sldChg>
      <pc:sldChg chg="delSp modSp mod ord">
        <pc:chgData name="Clint Harwood" userId="868c4513-4632-4226-bd05-c46b0408d97b" providerId="ADAL" clId="{C1A17F6F-358A-4CC9-B752-CB19BDD50854}" dt="2026-01-13T15:37:33.123" v="501"/>
        <pc:sldMkLst>
          <pc:docMk/>
          <pc:sldMk cId="2516206393" sldId="317"/>
        </pc:sldMkLst>
        <pc:spChg chg="mod">
          <ac:chgData name="Clint Harwood" userId="868c4513-4632-4226-bd05-c46b0408d97b" providerId="ADAL" clId="{C1A17F6F-358A-4CC9-B752-CB19BDD50854}" dt="2026-01-13T15:37:33.123" v="501"/>
          <ac:spMkLst>
            <pc:docMk/>
            <pc:sldMk cId="2516206393" sldId="317"/>
            <ac:spMk id="2" creationId="{DA560168-D52D-170D-1820-018AE4DD073C}"/>
          </ac:spMkLst>
        </pc:spChg>
      </pc:sldChg>
      <pc:sldChg chg="modSp add mod">
        <pc:chgData name="Clint Harwood" userId="868c4513-4632-4226-bd05-c46b0408d97b" providerId="ADAL" clId="{C1A17F6F-358A-4CC9-B752-CB19BDD50854}" dt="2026-01-13T15:14:10.691" v="250" actId="20577"/>
        <pc:sldMkLst>
          <pc:docMk/>
          <pc:sldMk cId="3694680853" sldId="324"/>
        </pc:sldMkLst>
        <pc:spChg chg="mod">
          <ac:chgData name="Clint Harwood" userId="868c4513-4632-4226-bd05-c46b0408d97b" providerId="ADAL" clId="{C1A17F6F-358A-4CC9-B752-CB19BDD50854}" dt="2026-01-13T15:14:10.691" v="250" actId="20577"/>
          <ac:spMkLst>
            <pc:docMk/>
            <pc:sldMk cId="3694680853" sldId="324"/>
            <ac:spMk id="8" creationId="{374193ED-77F5-C943-96DF-2330492D2311}"/>
          </ac:spMkLst>
        </pc:spChg>
      </pc:sldChg>
      <pc:sldChg chg="modSp add mod modClrScheme chgLayout">
        <pc:chgData name="Clint Harwood" userId="868c4513-4632-4226-bd05-c46b0408d97b" providerId="ADAL" clId="{C1A17F6F-358A-4CC9-B752-CB19BDD50854}" dt="2026-01-13T15:45:18.421" v="630" actId="700"/>
        <pc:sldMkLst>
          <pc:docMk/>
          <pc:sldMk cId="3164390152" sldId="356"/>
        </pc:sldMkLst>
        <pc:spChg chg="mod">
          <ac:chgData name="Clint Harwood" userId="868c4513-4632-4226-bd05-c46b0408d97b" providerId="ADAL" clId="{C1A17F6F-358A-4CC9-B752-CB19BDD50854}" dt="2026-01-13T15:13:55.303" v="248" actId="122"/>
          <ac:spMkLst>
            <pc:docMk/>
            <pc:sldMk cId="3164390152" sldId="356"/>
            <ac:spMk id="6" creationId="{9C764FD2-A24A-4FC5-7384-A1AA187589A8}"/>
          </ac:spMkLst>
        </pc:spChg>
      </pc:sldChg>
      <pc:sldChg chg="modSp add mod modClrScheme chgLayout">
        <pc:chgData name="Clint Harwood" userId="868c4513-4632-4226-bd05-c46b0408d97b" providerId="ADAL" clId="{C1A17F6F-358A-4CC9-B752-CB19BDD50854}" dt="2026-01-13T15:45:25.975" v="631" actId="700"/>
        <pc:sldMkLst>
          <pc:docMk/>
          <pc:sldMk cId="3632366265" sldId="357"/>
        </pc:sldMkLst>
        <pc:spChg chg="mod">
          <ac:chgData name="Clint Harwood" userId="868c4513-4632-4226-bd05-c46b0408d97b" providerId="ADAL" clId="{C1A17F6F-358A-4CC9-B752-CB19BDD50854}" dt="2026-01-13T15:13:52.193" v="247" actId="122"/>
          <ac:spMkLst>
            <pc:docMk/>
            <pc:sldMk cId="3632366265" sldId="357"/>
            <ac:spMk id="6" creationId="{E640DAD3-C5D3-2712-4778-F18580FB41BF}"/>
          </ac:spMkLst>
        </pc:spChg>
      </pc:sldChg>
      <pc:sldChg chg="addSp delSp modSp add mod modClrScheme chgLayout">
        <pc:chgData name="Clint Harwood" userId="868c4513-4632-4226-bd05-c46b0408d97b" providerId="ADAL" clId="{C1A17F6F-358A-4CC9-B752-CB19BDD50854}" dt="2026-01-13T15:45:46.934" v="634" actId="478"/>
        <pc:sldMkLst>
          <pc:docMk/>
          <pc:sldMk cId="4105852946" sldId="358"/>
        </pc:sldMkLst>
        <pc:spChg chg="mod">
          <ac:chgData name="Clint Harwood" userId="868c4513-4632-4226-bd05-c46b0408d97b" providerId="ADAL" clId="{C1A17F6F-358A-4CC9-B752-CB19BDD50854}" dt="2026-01-13T15:14:51.878" v="256" actId="108"/>
          <ac:spMkLst>
            <pc:docMk/>
            <pc:sldMk cId="4105852946" sldId="358"/>
            <ac:spMk id="6" creationId="{43B88748-0EF4-3F3C-2E8F-BDFEE19D26D1}"/>
          </ac:spMkLst>
        </pc:spChg>
      </pc:sldChg>
      <pc:sldChg chg="modSp add mod modClrScheme chgLayout">
        <pc:chgData name="Clint Harwood" userId="868c4513-4632-4226-bd05-c46b0408d97b" providerId="ADAL" clId="{C1A17F6F-358A-4CC9-B752-CB19BDD50854}" dt="2026-01-13T15:46:29.230" v="638" actId="700"/>
        <pc:sldMkLst>
          <pc:docMk/>
          <pc:sldMk cId="1271979721" sldId="359"/>
        </pc:sldMkLst>
        <pc:spChg chg="mod">
          <ac:chgData name="Clint Harwood" userId="868c4513-4632-4226-bd05-c46b0408d97b" providerId="ADAL" clId="{C1A17F6F-358A-4CC9-B752-CB19BDD50854}" dt="2026-01-13T15:46:18.115" v="637" actId="207"/>
          <ac:spMkLst>
            <pc:docMk/>
            <pc:sldMk cId="1271979721" sldId="359"/>
            <ac:spMk id="6" creationId="{BD7ACE45-2020-A2B6-E613-C0F0272162A4}"/>
          </ac:spMkLst>
        </pc:spChg>
      </pc:sldChg>
      <pc:sldChg chg="addSp delSp modSp add mod">
        <pc:chgData name="Clint Harwood" userId="868c4513-4632-4226-bd05-c46b0408d97b" providerId="ADAL" clId="{C1A17F6F-358A-4CC9-B752-CB19BDD50854}" dt="2026-01-13T15:38:07.862" v="519" actId="478"/>
        <pc:sldMkLst>
          <pc:docMk/>
          <pc:sldMk cId="3523047801" sldId="360"/>
        </pc:sldMkLst>
        <pc:spChg chg="mod">
          <ac:chgData name="Clint Harwood" userId="868c4513-4632-4226-bd05-c46b0408d97b" providerId="ADAL" clId="{C1A17F6F-358A-4CC9-B752-CB19BDD50854}" dt="2026-01-13T15:38:00.733" v="516" actId="20577"/>
          <ac:spMkLst>
            <pc:docMk/>
            <pc:sldMk cId="3523047801" sldId="360"/>
            <ac:spMk id="7" creationId="{4036D432-B406-E76C-4B5D-8CE2AFFC9808}"/>
          </ac:spMkLst>
        </pc:spChg>
      </pc:sldChg>
      <pc:sldChg chg="modSp add mod ord">
        <pc:chgData name="Clint Harwood" userId="868c4513-4632-4226-bd05-c46b0408d97b" providerId="ADAL" clId="{C1A17F6F-358A-4CC9-B752-CB19BDD50854}" dt="2026-01-13T15:41:43.668" v="540" actId="27636"/>
        <pc:sldMkLst>
          <pc:docMk/>
          <pc:sldMk cId="1785734649" sldId="361"/>
        </pc:sldMkLst>
      </pc:sldChg>
    </pc:docChg>
  </pc:docChgLst>
  <pc:docChgLst>
    <pc:chgData name="Clint Harwood" userId="S::charwood@thegroove.io::868c4513-4632-4226-bd05-c46b0408d97b" providerId="AD" clId="Web-{F1772FC8-4E14-2A9A-5E40-2FD20A4A4379}"/>
    <pc:docChg chg="addSld modSld sldOrd modSection">
      <pc:chgData name="Clint Harwood" userId="S::charwood@thegroove.io::868c4513-4632-4226-bd05-c46b0408d97b" providerId="AD" clId="Web-{F1772FC8-4E14-2A9A-5E40-2FD20A4A4379}" dt="2026-01-19T18:55:50.701" v="309" actId="1076"/>
      <pc:docMkLst>
        <pc:docMk/>
      </pc:docMkLst>
      <pc:sldChg chg="modSp">
        <pc:chgData name="Clint Harwood" userId="S::charwood@thegroove.io::868c4513-4632-4226-bd05-c46b0408d97b" providerId="AD" clId="Web-{F1772FC8-4E14-2A9A-5E40-2FD20A4A4379}" dt="2026-01-19T18:33:04.262" v="236" actId="20577"/>
        <pc:sldMkLst>
          <pc:docMk/>
          <pc:sldMk cId="4153935219" sldId="294"/>
        </pc:sldMkLst>
        <pc:spChg chg="mod">
          <ac:chgData name="Clint Harwood" userId="S::charwood@thegroove.io::868c4513-4632-4226-bd05-c46b0408d97b" providerId="AD" clId="Web-{F1772FC8-4E14-2A9A-5E40-2FD20A4A4379}" dt="2026-01-19T18:33:04.262" v="236" actId="20577"/>
          <ac:spMkLst>
            <pc:docMk/>
            <pc:sldMk cId="4153935219" sldId="294"/>
            <ac:spMk id="3" creationId="{84D76B17-01F3-3FAA-92A6-1442FECF0641}"/>
          </ac:spMkLst>
        </pc:spChg>
      </pc:sldChg>
      <pc:sldChg chg="modSp">
        <pc:chgData name="Clint Harwood" userId="S::charwood@thegroove.io::868c4513-4632-4226-bd05-c46b0408d97b" providerId="AD" clId="Web-{F1772FC8-4E14-2A9A-5E40-2FD20A4A4379}" dt="2026-01-19T18:46:36.101" v="240" actId="20577"/>
        <pc:sldMkLst>
          <pc:docMk/>
          <pc:sldMk cId="2051636102" sldId="309"/>
        </pc:sldMkLst>
        <pc:spChg chg="mod">
          <ac:chgData name="Clint Harwood" userId="S::charwood@thegroove.io::868c4513-4632-4226-bd05-c46b0408d97b" providerId="AD" clId="Web-{F1772FC8-4E14-2A9A-5E40-2FD20A4A4379}" dt="2026-01-19T18:18:29.158" v="11" actId="1076"/>
          <ac:spMkLst>
            <pc:docMk/>
            <pc:sldMk cId="2051636102" sldId="309"/>
            <ac:spMk id="3" creationId="{8A4B5866-9F3A-62A0-7F78-26C0B54604E0}"/>
          </ac:spMkLst>
        </pc:spChg>
        <pc:spChg chg="mod">
          <ac:chgData name="Clint Harwood" userId="S::charwood@thegroove.io::868c4513-4632-4226-bd05-c46b0408d97b" providerId="AD" clId="Web-{F1772FC8-4E14-2A9A-5E40-2FD20A4A4379}" dt="2026-01-19T18:18:28.986" v="10" actId="1076"/>
          <ac:spMkLst>
            <pc:docMk/>
            <pc:sldMk cId="2051636102" sldId="309"/>
            <ac:spMk id="8" creationId="{3D1A4A03-A9D1-CC5C-477E-F60E86326489}"/>
          </ac:spMkLst>
        </pc:spChg>
        <pc:spChg chg="mod">
          <ac:chgData name="Clint Harwood" userId="S::charwood@thegroove.io::868c4513-4632-4226-bd05-c46b0408d97b" providerId="AD" clId="Web-{F1772FC8-4E14-2A9A-5E40-2FD20A4A4379}" dt="2026-01-19T18:46:36.101" v="240" actId="20577"/>
          <ac:spMkLst>
            <pc:docMk/>
            <pc:sldMk cId="2051636102" sldId="309"/>
            <ac:spMk id="9" creationId="{A969D95A-0BFE-F61F-56EF-83C476407999}"/>
          </ac:spMkLst>
        </pc:spChg>
        <pc:spChg chg="mod">
          <ac:chgData name="Clint Harwood" userId="S::charwood@thegroove.io::868c4513-4632-4226-bd05-c46b0408d97b" providerId="AD" clId="Web-{F1772FC8-4E14-2A9A-5E40-2FD20A4A4379}" dt="2026-01-19T18:18:28.783" v="9" actId="14100"/>
          <ac:spMkLst>
            <pc:docMk/>
            <pc:sldMk cId="2051636102" sldId="309"/>
            <ac:spMk id="13" creationId="{B334F92F-DFE0-38CE-AAF3-63FFB1489BAD}"/>
          </ac:spMkLst>
        </pc:spChg>
      </pc:sldChg>
      <pc:sldChg chg="addSp modSp">
        <pc:chgData name="Clint Harwood" userId="S::charwood@thegroove.io::868c4513-4632-4226-bd05-c46b0408d97b" providerId="AD" clId="Web-{F1772FC8-4E14-2A9A-5E40-2FD20A4A4379}" dt="2026-01-19T18:55:50.701" v="309" actId="1076"/>
        <pc:sldMkLst>
          <pc:docMk/>
          <pc:sldMk cId="295571108" sldId="310"/>
        </pc:sldMkLst>
        <pc:spChg chg="mod">
          <ac:chgData name="Clint Harwood" userId="S::charwood@thegroove.io::868c4513-4632-4226-bd05-c46b0408d97b" providerId="AD" clId="Web-{F1772FC8-4E14-2A9A-5E40-2FD20A4A4379}" dt="2026-01-19T18:55:46.560" v="306" actId="20577"/>
          <ac:spMkLst>
            <pc:docMk/>
            <pc:sldMk cId="295571108" sldId="310"/>
            <ac:spMk id="3" creationId="{FBA20AE6-DC48-8042-26ED-954828A152D7}"/>
          </ac:spMkLst>
        </pc:spChg>
        <pc:picChg chg="add mod">
          <ac:chgData name="Clint Harwood" userId="S::charwood@thegroove.io::868c4513-4632-4226-bd05-c46b0408d97b" providerId="AD" clId="Web-{F1772FC8-4E14-2A9A-5E40-2FD20A4A4379}" dt="2026-01-19T18:55:50.701" v="309" actId="1076"/>
          <ac:picMkLst>
            <pc:docMk/>
            <pc:sldMk cId="295571108" sldId="310"/>
            <ac:picMk id="6" creationId="{DC458146-08A5-CAB5-05CB-5C1577E993E7}"/>
          </ac:picMkLst>
        </pc:picChg>
      </pc:sldChg>
      <pc:sldChg chg="addSp modSp">
        <pc:chgData name="Clint Harwood" userId="S::charwood@thegroove.io::868c4513-4632-4226-bd05-c46b0408d97b" providerId="AD" clId="Web-{F1772FC8-4E14-2A9A-5E40-2FD20A4A4379}" dt="2026-01-19T18:30:09.995" v="187" actId="1076"/>
        <pc:sldMkLst>
          <pc:docMk/>
          <pc:sldMk cId="2516206393" sldId="317"/>
        </pc:sldMkLst>
        <pc:spChg chg="add mod">
          <ac:chgData name="Clint Harwood" userId="S::charwood@thegroove.io::868c4513-4632-4226-bd05-c46b0408d97b" providerId="AD" clId="Web-{F1772FC8-4E14-2A9A-5E40-2FD20A4A4379}" dt="2026-01-19T18:27:19.869" v="117" actId="20577"/>
          <ac:spMkLst>
            <pc:docMk/>
            <pc:sldMk cId="2516206393" sldId="317"/>
            <ac:spMk id="3" creationId="{596CC1EA-D450-D6EB-81DC-35EA13665F67}"/>
          </ac:spMkLst>
        </pc:spChg>
        <pc:picChg chg="add mod">
          <ac:chgData name="Clint Harwood" userId="S::charwood@thegroove.io::868c4513-4632-4226-bd05-c46b0408d97b" providerId="AD" clId="Web-{F1772FC8-4E14-2A9A-5E40-2FD20A4A4379}" dt="2026-01-19T18:30:09.995" v="187" actId="1076"/>
          <ac:picMkLst>
            <pc:docMk/>
            <pc:sldMk cId="2516206393" sldId="317"/>
            <ac:picMk id="5" creationId="{7C0C547E-D0CD-C3EB-8689-E936E6F56065}"/>
          </ac:picMkLst>
        </pc:picChg>
      </pc:sldChg>
      <pc:sldChg chg="addSp modSp">
        <pc:chgData name="Clint Harwood" userId="S::charwood@thegroove.io::868c4513-4632-4226-bd05-c46b0408d97b" providerId="AD" clId="Web-{F1772FC8-4E14-2A9A-5E40-2FD20A4A4379}" dt="2026-01-19T18:27:31.948" v="120" actId="20577"/>
        <pc:sldMkLst>
          <pc:docMk/>
          <pc:sldMk cId="3523047801" sldId="360"/>
        </pc:sldMkLst>
        <pc:spChg chg="add mod">
          <ac:chgData name="Clint Harwood" userId="S::charwood@thegroove.io::868c4513-4632-4226-bd05-c46b0408d97b" providerId="AD" clId="Web-{F1772FC8-4E14-2A9A-5E40-2FD20A4A4379}" dt="2026-01-19T18:27:31.948" v="120" actId="20577"/>
          <ac:spMkLst>
            <pc:docMk/>
            <pc:sldMk cId="3523047801" sldId="360"/>
            <ac:spMk id="2" creationId="{12CAB5AC-D176-5A02-1544-CC44526F7CAE}"/>
          </ac:spMkLst>
        </pc:spChg>
      </pc:sldChg>
      <pc:sldChg chg="modSp ord">
        <pc:chgData name="Clint Harwood" userId="S::charwood@thegroove.io::868c4513-4632-4226-bd05-c46b0408d97b" providerId="AD" clId="Web-{F1772FC8-4E14-2A9A-5E40-2FD20A4A4379}" dt="2026-01-19T18:30:35.105" v="189" actId="20577"/>
        <pc:sldMkLst>
          <pc:docMk/>
          <pc:sldMk cId="1785734649" sldId="361"/>
        </pc:sldMkLst>
        <pc:spChg chg="mod">
          <ac:chgData name="Clint Harwood" userId="S::charwood@thegroove.io::868c4513-4632-4226-bd05-c46b0408d97b" providerId="AD" clId="Web-{F1772FC8-4E14-2A9A-5E40-2FD20A4A4379}" dt="2026-01-19T18:30:35.105" v="189" actId="20577"/>
          <ac:spMkLst>
            <pc:docMk/>
            <pc:sldMk cId="1785734649" sldId="361"/>
            <ac:spMk id="3" creationId="{A9A86A08-67B0-84AC-7789-9043ACF1212E}"/>
          </ac:spMkLst>
        </pc:spChg>
      </pc:sldChg>
      <pc:sldChg chg="modSp add replId">
        <pc:chgData name="Clint Harwood" userId="S::charwood@thegroove.io::868c4513-4632-4226-bd05-c46b0408d97b" providerId="AD" clId="Web-{F1772FC8-4E14-2A9A-5E40-2FD20A4A4379}" dt="2026-01-19T18:29:54.777" v="185" actId="20577"/>
        <pc:sldMkLst>
          <pc:docMk/>
          <pc:sldMk cId="2868104762" sldId="362"/>
        </pc:sldMkLst>
        <pc:spChg chg="mod">
          <ac:chgData name="Clint Harwood" userId="S::charwood@thegroove.io::868c4513-4632-4226-bd05-c46b0408d97b" providerId="AD" clId="Web-{F1772FC8-4E14-2A9A-5E40-2FD20A4A4379}" dt="2026-01-19T18:28:09.323" v="135" actId="20577"/>
          <ac:spMkLst>
            <pc:docMk/>
            <pc:sldMk cId="2868104762" sldId="362"/>
            <ac:spMk id="2" creationId="{E3D0A88E-3997-86C1-EF26-EC42A5408A33}"/>
          </ac:spMkLst>
        </pc:spChg>
        <pc:spChg chg="mod">
          <ac:chgData name="Clint Harwood" userId="S::charwood@thegroove.io::868c4513-4632-4226-bd05-c46b0408d97b" providerId="AD" clId="Web-{F1772FC8-4E14-2A9A-5E40-2FD20A4A4379}" dt="2026-01-19T18:29:54.777" v="185" actId="20577"/>
          <ac:spMkLst>
            <pc:docMk/>
            <pc:sldMk cId="2868104762" sldId="362"/>
            <ac:spMk id="3" creationId="{A022853B-FDDF-BAC9-A4D7-8A7940A9B4D8}"/>
          </ac:spMkLst>
        </pc:spChg>
      </pc:sldChg>
    </pc:docChg>
  </pc:docChgLst>
  <pc:docChgLst>
    <pc:chgData name="Clint Harwood" userId="S::charwood@thegroove.io::868c4513-4632-4226-bd05-c46b0408d97b" providerId="AD" clId="Web-{85716960-5E0C-0BE3-B6E6-B494A07B69EE}"/>
    <pc:docChg chg="addSld modSld modSection">
      <pc:chgData name="Clint Harwood" userId="S::charwood@thegroove.io::868c4513-4632-4226-bd05-c46b0408d97b" providerId="AD" clId="Web-{85716960-5E0C-0BE3-B6E6-B494A07B69EE}" dt="2026-01-19T19:15:15.403" v="70" actId="20577"/>
      <pc:docMkLst>
        <pc:docMk/>
      </pc:docMkLst>
      <pc:sldChg chg="modSp">
        <pc:chgData name="Clint Harwood" userId="S::charwood@thegroove.io::868c4513-4632-4226-bd05-c46b0408d97b" providerId="AD" clId="Web-{85716960-5E0C-0BE3-B6E6-B494A07B69EE}" dt="2026-01-19T19:12:53.435" v="10" actId="20577"/>
        <pc:sldMkLst>
          <pc:docMk/>
          <pc:sldMk cId="4153935219" sldId="294"/>
        </pc:sldMkLst>
        <pc:spChg chg="mod">
          <ac:chgData name="Clint Harwood" userId="S::charwood@thegroove.io::868c4513-4632-4226-bd05-c46b0408d97b" providerId="AD" clId="Web-{85716960-5E0C-0BE3-B6E6-B494A07B69EE}" dt="2026-01-19T19:12:53.435" v="10" actId="20577"/>
          <ac:spMkLst>
            <pc:docMk/>
            <pc:sldMk cId="4153935219" sldId="294"/>
            <ac:spMk id="3" creationId="{84D76B17-01F3-3FAA-92A6-1442FECF0641}"/>
          </ac:spMkLst>
        </pc:spChg>
      </pc:sldChg>
      <pc:sldChg chg="addSp modSp new mod modClrScheme chgLayout">
        <pc:chgData name="Clint Harwood" userId="S::charwood@thegroove.io::868c4513-4632-4226-bd05-c46b0408d97b" providerId="AD" clId="Web-{85716960-5E0C-0BE3-B6E6-B494A07B69EE}" dt="2026-01-19T19:15:15.403" v="70" actId="20577"/>
        <pc:sldMkLst>
          <pc:docMk/>
          <pc:sldMk cId="3574243746" sldId="363"/>
        </pc:sldMkLst>
        <pc:spChg chg="add mod">
          <ac:chgData name="Clint Harwood" userId="S::charwood@thegroove.io::868c4513-4632-4226-bd05-c46b0408d97b" providerId="AD" clId="Web-{85716960-5E0C-0BE3-B6E6-B494A07B69EE}" dt="2026-01-19T19:13:15.747" v="17" actId="20577"/>
          <ac:spMkLst>
            <pc:docMk/>
            <pc:sldMk cId="3574243746" sldId="363"/>
            <ac:spMk id="2" creationId="{8A6D57DC-BCDE-D59F-89CB-B10A3AF5CA7A}"/>
          </ac:spMkLst>
        </pc:spChg>
        <pc:spChg chg="add mod">
          <ac:chgData name="Clint Harwood" userId="S::charwood@thegroove.io::868c4513-4632-4226-bd05-c46b0408d97b" providerId="AD" clId="Web-{85716960-5E0C-0BE3-B6E6-B494A07B69EE}" dt="2026-01-19T19:15:15.403" v="70" actId="20577"/>
          <ac:spMkLst>
            <pc:docMk/>
            <pc:sldMk cId="3574243746" sldId="363"/>
            <ac:spMk id="3" creationId="{CAAA9A16-F0C5-791A-7389-FE692B7FB479}"/>
          </ac:spMkLst>
        </pc:spChg>
        <pc:picChg chg="add mod">
          <ac:chgData name="Clint Harwood" userId="S::charwood@thegroove.io::868c4513-4632-4226-bd05-c46b0408d97b" providerId="AD" clId="Web-{85716960-5E0C-0BE3-B6E6-B494A07B69EE}" dt="2026-01-19T19:15:05.809" v="68" actId="1076"/>
          <ac:picMkLst>
            <pc:docMk/>
            <pc:sldMk cId="3574243746" sldId="363"/>
            <ac:picMk id="4" creationId="{3A0FAFFB-6D3E-7EDC-E1D2-A3BD18F097F9}"/>
          </ac:picMkLst>
        </pc:picChg>
        <pc:picChg chg="add mod">
          <ac:chgData name="Clint Harwood" userId="S::charwood@thegroove.io::868c4513-4632-4226-bd05-c46b0408d97b" providerId="AD" clId="Web-{85716960-5E0C-0BE3-B6E6-B494A07B69EE}" dt="2026-01-19T19:15:08.997" v="69" actId="1076"/>
          <ac:picMkLst>
            <pc:docMk/>
            <pc:sldMk cId="3574243746" sldId="363"/>
            <ac:picMk id="5" creationId="{1023E2D5-729B-F698-4DCA-4AAAB6C3078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32C87-9464-4CB7-AE30-F135B7020323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8C9CDB-5D65-4DC8-8FA5-71D8F42931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32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C9CDB-5D65-4DC8-8FA5-71D8F42931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04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C9CDB-5D65-4DC8-8FA5-71D8F42931E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707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20EFA-86E8-026C-4270-C93787D8D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9D774A-7F3E-6883-700F-16D08E180D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B22A3-61C0-2468-73BF-3A929DD28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8FEFF-4887-1282-2410-DF40E72AB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C9CDB-5D65-4DC8-8FA5-71D8F42931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65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C9CDB-5D65-4DC8-8FA5-71D8F42931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418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D0A19-3EC2-276D-0319-69D74D6FE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8FD776-1979-7E9B-589E-43437A19D4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D86824-3A24-16DE-7075-E1D2CFB4E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API Tester software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Postman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Bruno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3D8C9-21C8-B367-9BB2-2B9C4E1850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C9CDB-5D65-4DC8-8FA5-71D8F42931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2891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7C62E-B61B-B549-F5AB-1B4E94D36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74BD3F-5BB1-4686-741F-FBD662678B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A0261E-92E6-F201-6181-D6675010B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76B5E-B3FE-AF3A-5496-07082167FE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C9CDB-5D65-4DC8-8FA5-71D8F42931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7140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66CB8-EBE0-F2D6-F26F-1031D5A01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F7AA48-F3F4-5A8F-06CA-43C524F23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095B46-071B-9DAC-E940-952F7E8FF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51C05-5BA4-FABA-D319-504151DD7B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C9CDB-5D65-4DC8-8FA5-71D8F42931E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96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18.jpe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11.jpe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ile Slide">
    <p:bg>
      <p:bgPr>
        <a:solidFill>
          <a:srgbClr val="93C8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>
            <a:extLst>
              <a:ext uri="{FF2B5EF4-FFF2-40B4-BE49-F238E27FC236}">
                <a16:creationId xmlns:a16="http://schemas.microsoft.com/office/drawing/2014/main" id="{EDE4D47D-E352-C1FF-A161-A9E4B2829ED0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 amt="5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60274" y="0"/>
            <a:ext cx="7031725" cy="685107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55;p13">
            <a:extLst>
              <a:ext uri="{FF2B5EF4-FFF2-40B4-BE49-F238E27FC236}">
                <a16:creationId xmlns:a16="http://schemas.microsoft.com/office/drawing/2014/main" id="{C716E568-9DEB-C107-DB67-C960F1959545}"/>
              </a:ext>
            </a:extLst>
          </p:cNvPr>
          <p:cNvSpPr/>
          <p:nvPr userDrawn="1"/>
        </p:nvSpPr>
        <p:spPr>
          <a:xfrm>
            <a:off x="1797125" y="0"/>
            <a:ext cx="5923200" cy="6858000"/>
          </a:xfrm>
          <a:prstGeom prst="ellipse">
            <a:avLst/>
          </a:prstGeom>
          <a:solidFill>
            <a:srgbClr val="93C8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Google Shape;57;p13">
            <a:extLst>
              <a:ext uri="{FF2B5EF4-FFF2-40B4-BE49-F238E27FC236}">
                <a16:creationId xmlns:a16="http://schemas.microsoft.com/office/drawing/2014/main" id="{9662F6AC-FDC6-7359-63D2-882BAA0DA926}"/>
              </a:ext>
            </a:extLst>
          </p:cNvPr>
          <p:cNvPicPr preferRelativeResize="0"/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1499" y="311824"/>
            <a:ext cx="1406177" cy="6330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59;p13">
            <a:extLst>
              <a:ext uri="{FF2B5EF4-FFF2-40B4-BE49-F238E27FC236}">
                <a16:creationId xmlns:a16="http://schemas.microsoft.com/office/drawing/2014/main" id="{85C82105-4B9D-F7F5-703A-30090E267AC0}"/>
              </a:ext>
            </a:extLst>
          </p:cNvPr>
          <p:cNvGrpSpPr/>
          <p:nvPr userDrawn="1"/>
        </p:nvGrpSpPr>
        <p:grpSpPr>
          <a:xfrm rot="10800000">
            <a:off x="11722654" y="0"/>
            <a:ext cx="469343" cy="6858000"/>
            <a:chOff x="-50800" y="-51010"/>
            <a:chExt cx="349251" cy="5194510"/>
          </a:xfrm>
        </p:grpSpPr>
        <p:pic>
          <p:nvPicPr>
            <p:cNvPr id="13" name="Google Shape;60;p13">
              <a:extLst>
                <a:ext uri="{FF2B5EF4-FFF2-40B4-BE49-F238E27FC236}">
                  <a16:creationId xmlns:a16="http://schemas.microsoft.com/office/drawing/2014/main" id="{DAE99488-598C-E5C9-32A9-C06F8197BAD2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-51010"/>
              <a:ext cx="349245" cy="10448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61;p13">
              <a:extLst>
                <a:ext uri="{FF2B5EF4-FFF2-40B4-BE49-F238E27FC236}">
                  <a16:creationId xmlns:a16="http://schemas.microsoft.com/office/drawing/2014/main" id="{BB281F6C-A885-3CBD-525F-D9421D78B964}"/>
                </a:ext>
              </a:extLst>
            </p:cNvPr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993883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62;p13">
              <a:extLst>
                <a:ext uri="{FF2B5EF4-FFF2-40B4-BE49-F238E27FC236}">
                  <a16:creationId xmlns:a16="http://schemas.microsoft.com/office/drawing/2014/main" id="{B126FFF3-8FCF-5346-F6AC-91B775D82B55}"/>
                </a:ext>
              </a:extLst>
            </p:cNvPr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2377091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63;p13">
              <a:extLst>
                <a:ext uri="{FF2B5EF4-FFF2-40B4-BE49-F238E27FC236}">
                  <a16:creationId xmlns:a16="http://schemas.microsoft.com/office/drawing/2014/main" id="{E05AA2AD-B1C8-39AA-3376-B7AD1546D6D4}"/>
                </a:ext>
              </a:extLst>
            </p:cNvPr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3760298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3149B2E-45BD-56CC-6A4E-A6D87F7A42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474" y="1384577"/>
            <a:ext cx="5703206" cy="2852737"/>
          </a:xfrm>
          <a:prstGeom prst="rect">
            <a:avLst/>
          </a:prstGeo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Headline for presentation to go in this location.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45E7208-E770-FF5E-67B6-70D2A75B9E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0063" y="4420235"/>
            <a:ext cx="5702300" cy="82232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Presented by Jane Doe - Date</a:t>
            </a:r>
          </a:p>
        </p:txBody>
      </p:sp>
    </p:spTree>
    <p:extLst>
      <p:ext uri="{BB962C8B-B14F-4D97-AF65-F5344CB8AC3E}">
        <p14:creationId xmlns:p14="http://schemas.microsoft.com/office/powerpoint/2010/main" val="2977962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rgbClr val="EE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standing in front of a white circle&#10;&#10;Description automatically generated">
            <a:extLst>
              <a:ext uri="{FF2B5EF4-FFF2-40B4-BE49-F238E27FC236}">
                <a16:creationId xmlns:a16="http://schemas.microsoft.com/office/drawing/2014/main" id="{908B0B3B-5854-A617-9015-46B90F3449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8" name="Google Shape;74;p14">
            <a:extLst>
              <a:ext uri="{FF2B5EF4-FFF2-40B4-BE49-F238E27FC236}">
                <a16:creationId xmlns:a16="http://schemas.microsoft.com/office/drawing/2014/main" id="{873A3693-6701-C718-813F-6B2B67D7B011}"/>
              </a:ext>
            </a:extLst>
          </p:cNvPr>
          <p:cNvGrpSpPr/>
          <p:nvPr userDrawn="1"/>
        </p:nvGrpSpPr>
        <p:grpSpPr>
          <a:xfrm>
            <a:off x="0" y="0"/>
            <a:ext cx="548033" cy="6865936"/>
            <a:chOff x="2" y="-23948"/>
            <a:chExt cx="347435" cy="5167499"/>
          </a:xfrm>
        </p:grpSpPr>
        <p:pic>
          <p:nvPicPr>
            <p:cNvPr id="9" name="Google Shape;75;p14">
              <a:extLst>
                <a:ext uri="{FF2B5EF4-FFF2-40B4-BE49-F238E27FC236}">
                  <a16:creationId xmlns:a16="http://schemas.microsoft.com/office/drawing/2014/main" id="{3B1E2BF6-635B-8B0B-CA80-9DF222308085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6" y="4104096"/>
              <a:ext cx="347430" cy="10394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76;p14">
              <a:extLst>
                <a:ext uri="{FF2B5EF4-FFF2-40B4-BE49-F238E27FC236}">
                  <a16:creationId xmlns:a16="http://schemas.microsoft.com/office/drawing/2014/main" id="{7D4B6114-D3BE-3EE5-5ABA-3A0FCDDCA9D4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2728082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77;p14">
              <a:extLst>
                <a:ext uri="{FF2B5EF4-FFF2-40B4-BE49-F238E27FC236}">
                  <a16:creationId xmlns:a16="http://schemas.microsoft.com/office/drawing/2014/main" id="{5D5CEE5D-30AD-0812-A61D-9857DEB257F4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1352067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78;p14">
              <a:extLst>
                <a:ext uri="{FF2B5EF4-FFF2-40B4-BE49-F238E27FC236}">
                  <a16:creationId xmlns:a16="http://schemas.microsoft.com/office/drawing/2014/main" id="{53782741-EE1C-BFB6-8449-D01BE355337D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-23948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" name="Google Shape;73;p14">
            <a:extLst>
              <a:ext uri="{FF2B5EF4-FFF2-40B4-BE49-F238E27FC236}">
                <a16:creationId xmlns:a16="http://schemas.microsoft.com/office/drawing/2014/main" id="{B019080F-D915-E522-024A-5B7CCC19189E}"/>
              </a:ext>
            </a:extLst>
          </p:cNvPr>
          <p:cNvPicPr preferRelativeResize="0"/>
          <p:nvPr userDrawn="1"/>
        </p:nvPicPr>
        <p:blipFill>
          <a:blip r:embed="rId5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5935663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D262C9-C9DC-5902-6AE7-4C0B22BE04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20652" y="702234"/>
            <a:ext cx="2021478" cy="549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BD14862-786C-6E5A-6AFD-0A98BC4744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20177" y="1252220"/>
            <a:ext cx="4899148" cy="7143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/>
              <a:t>Space for a brief introduction followed by a table of contents.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CBAF062-B0B1-D920-320A-4D1644056E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58315" y="2065020"/>
            <a:ext cx="4314825" cy="2508738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Full Width Column…………………………………3</a:t>
            </a:r>
          </a:p>
          <a:p>
            <a:pPr lvl="0"/>
            <a:r>
              <a:rPr lang="en-US"/>
              <a:t>Two Column Content…………………......…4</a:t>
            </a:r>
          </a:p>
          <a:p>
            <a:pPr lvl="0"/>
            <a:r>
              <a:rPr lang="en-US"/>
              <a:t>Text Right Image Left………………….………5</a:t>
            </a:r>
          </a:p>
          <a:p>
            <a:pPr lvl="0"/>
            <a:r>
              <a:rPr lang="en-US"/>
              <a:t>Text Left Image Right…………………...…….6</a:t>
            </a:r>
          </a:p>
          <a:p>
            <a:pPr lvl="0"/>
            <a:r>
              <a:rPr lang="en-US"/>
              <a:t>Chapter Break Styles………………………….7</a:t>
            </a:r>
          </a:p>
          <a:p>
            <a:pPr lvl="0"/>
            <a:r>
              <a:rPr lang="en-US"/>
              <a:t>Charts, Bullet points &amp; Buton….….10</a:t>
            </a:r>
          </a:p>
          <a:p>
            <a:pPr lvl="0"/>
            <a:r>
              <a:rPr lang="en-US"/>
              <a:t>Colored Images…………………………………...13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695114-633C-B5DF-E0AA-3198870ABF7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52579E-C4EA-5429-75B5-13DAA9AB9DB9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Proprietary &amp; Confidential</a:t>
            </a:r>
          </a:p>
          <a:p>
            <a:endParaRPr lang="en-US" sz="1000">
              <a:solidFill>
                <a:schemeClr val="bg2">
                  <a:lumMod val="9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623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288" userDrawn="1">
          <p15:clr>
            <a:srgbClr val="FBAE40"/>
          </p15:clr>
        </p15:guide>
        <p15:guide id="3" pos="283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s">
    <p:bg>
      <p:bgPr>
        <a:solidFill>
          <a:srgbClr val="EE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erson and person sitting at a table&#10;&#10;Description automatically generated">
            <a:extLst>
              <a:ext uri="{FF2B5EF4-FFF2-40B4-BE49-F238E27FC236}">
                <a16:creationId xmlns:a16="http://schemas.microsoft.com/office/drawing/2014/main" id="{B62C3166-75FE-9E85-6E72-34EC16B183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oogle Shape;112;p17">
            <a:extLst>
              <a:ext uri="{FF2B5EF4-FFF2-40B4-BE49-F238E27FC236}">
                <a16:creationId xmlns:a16="http://schemas.microsoft.com/office/drawing/2014/main" id="{8BF79A75-6AD3-B62B-2CEE-618435D1927B}"/>
              </a:ext>
            </a:extLst>
          </p:cNvPr>
          <p:cNvGrpSpPr/>
          <p:nvPr userDrawn="1"/>
        </p:nvGrpSpPr>
        <p:grpSpPr>
          <a:xfrm rot="10800000">
            <a:off x="2" y="-23952"/>
            <a:ext cx="533396" cy="6896050"/>
            <a:chOff x="-50800" y="113913"/>
            <a:chExt cx="349251" cy="5029587"/>
          </a:xfrm>
        </p:grpSpPr>
        <p:pic>
          <p:nvPicPr>
            <p:cNvPr id="5" name="Google Shape;113;p17">
              <a:extLst>
                <a:ext uri="{FF2B5EF4-FFF2-40B4-BE49-F238E27FC236}">
                  <a16:creationId xmlns:a16="http://schemas.microsoft.com/office/drawing/2014/main" id="{668F85E7-7119-EF60-A8A5-904F148317DD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799" y="113913"/>
              <a:ext cx="349245" cy="879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14;p17">
              <a:extLst>
                <a:ext uri="{FF2B5EF4-FFF2-40B4-BE49-F238E27FC236}">
                  <a16:creationId xmlns:a16="http://schemas.microsoft.com/office/drawing/2014/main" id="{985973FD-D966-912D-411C-5676E77DFA37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993883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15;p17">
              <a:extLst>
                <a:ext uri="{FF2B5EF4-FFF2-40B4-BE49-F238E27FC236}">
                  <a16:creationId xmlns:a16="http://schemas.microsoft.com/office/drawing/2014/main" id="{02EA336B-BB2B-BB44-D254-0FFB57198EF5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2377091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16;p17">
              <a:extLst>
                <a:ext uri="{FF2B5EF4-FFF2-40B4-BE49-F238E27FC236}">
                  <a16:creationId xmlns:a16="http://schemas.microsoft.com/office/drawing/2014/main" id="{88891B87-1C09-08E3-4E9C-F26233CFD14E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3760298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" name="Picture 8" descr="A white circle with colorful lines&#10;&#10;Description automatically generated">
            <a:extLst>
              <a:ext uri="{FF2B5EF4-FFF2-40B4-BE49-F238E27FC236}">
                <a16:creationId xmlns:a16="http://schemas.microsoft.com/office/drawing/2014/main" id="{480BBCF0-9328-2866-45B2-7402197A9F4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3146" y="1234150"/>
            <a:ext cx="2294291" cy="229429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BB751B3-EC24-44C7-09F9-6DB577537E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2627" y="697764"/>
            <a:ext cx="4859219" cy="46430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Introductions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6A630D0-1455-0F82-4ACE-6F363C1CE3E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885985" y="1785736"/>
            <a:ext cx="982113" cy="988014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E7366385-EA2E-0977-8453-2D69E0566F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2952" y="3182381"/>
            <a:ext cx="2009725" cy="4609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 marL="9144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 marL="13716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 marL="18288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First Name Last Name</a:t>
            </a:r>
          </a:p>
          <a:p>
            <a:pPr lvl="0"/>
            <a:r>
              <a:rPr lang="en-US"/>
              <a:t>Role on Engagement</a:t>
            </a:r>
          </a:p>
        </p:txBody>
      </p:sp>
      <p:pic>
        <p:nvPicPr>
          <p:cNvPr id="26" name="Picture 25" descr="A white circle with colorful lines&#10;&#10;Description automatically generated">
            <a:extLst>
              <a:ext uri="{FF2B5EF4-FFF2-40B4-BE49-F238E27FC236}">
                <a16:creationId xmlns:a16="http://schemas.microsoft.com/office/drawing/2014/main" id="{435CB471-677A-C9A0-000D-99DE5A87F2B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5123" y="1242028"/>
            <a:ext cx="2294291" cy="2294291"/>
          </a:xfrm>
          <a:prstGeom prst="rect">
            <a:avLst/>
          </a:prstGeom>
        </p:spPr>
      </p:pic>
      <p:sp>
        <p:nvSpPr>
          <p:cNvPr id="27" name="Picture Placeholder 6">
            <a:extLst>
              <a:ext uri="{FF2B5EF4-FFF2-40B4-BE49-F238E27FC236}">
                <a16:creationId xmlns:a16="http://schemas.microsoft.com/office/drawing/2014/main" id="{DEEEF1CC-052E-9014-7304-EB8912A70BA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807962" y="1793614"/>
            <a:ext cx="982113" cy="988014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34" name="Picture 33" descr="A white circle with colorful lines&#10;&#10;Description automatically generated">
            <a:extLst>
              <a:ext uri="{FF2B5EF4-FFF2-40B4-BE49-F238E27FC236}">
                <a16:creationId xmlns:a16="http://schemas.microsoft.com/office/drawing/2014/main" id="{38CC9AAA-7112-AA7E-2958-AE0A63BCCB2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9563" y="3920858"/>
            <a:ext cx="2294291" cy="2294291"/>
          </a:xfrm>
          <a:prstGeom prst="rect">
            <a:avLst/>
          </a:prstGeom>
        </p:spPr>
      </p:pic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D9632E7E-0291-9805-3AA0-AF2972FE295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902402" y="4472444"/>
            <a:ext cx="982113" cy="988014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38" name="Picture 37" descr="A white circle with colorful lines&#10;&#10;Description automatically generated">
            <a:extLst>
              <a:ext uri="{FF2B5EF4-FFF2-40B4-BE49-F238E27FC236}">
                <a16:creationId xmlns:a16="http://schemas.microsoft.com/office/drawing/2014/main" id="{3A9D4F83-9D57-FBD1-8FEC-FE55E30C268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2026" y="3904617"/>
            <a:ext cx="2294291" cy="2294291"/>
          </a:xfrm>
          <a:prstGeom prst="rect">
            <a:avLst/>
          </a:prstGeom>
        </p:spPr>
      </p:pic>
      <p:sp>
        <p:nvSpPr>
          <p:cNvPr id="39" name="Picture Placeholder 6">
            <a:extLst>
              <a:ext uri="{FF2B5EF4-FFF2-40B4-BE49-F238E27FC236}">
                <a16:creationId xmlns:a16="http://schemas.microsoft.com/office/drawing/2014/main" id="{F2D9FC10-A623-3549-0A16-07A95709F1C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804865" y="4456203"/>
            <a:ext cx="982113" cy="988014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0" name="Text Placeholder 18">
            <a:extLst>
              <a:ext uri="{FF2B5EF4-FFF2-40B4-BE49-F238E27FC236}">
                <a16:creationId xmlns:a16="http://schemas.microsoft.com/office/drawing/2014/main" id="{67F3D46B-210F-35F0-0480-6615D04D76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33135" y="3208470"/>
            <a:ext cx="2009725" cy="4609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 marL="9144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 marL="13716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 marL="18288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First Name Last Name</a:t>
            </a:r>
          </a:p>
          <a:p>
            <a:pPr lvl="0"/>
            <a:r>
              <a:rPr lang="en-US"/>
              <a:t>Role on Engagement</a:t>
            </a:r>
          </a:p>
        </p:txBody>
      </p:sp>
      <p:sp>
        <p:nvSpPr>
          <p:cNvPr id="41" name="Text Placeholder 18">
            <a:extLst>
              <a:ext uri="{FF2B5EF4-FFF2-40B4-BE49-F238E27FC236}">
                <a16:creationId xmlns:a16="http://schemas.microsoft.com/office/drawing/2014/main" id="{4834917C-DC8C-463A-FD02-287AAF40BE7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28099" y="5826282"/>
            <a:ext cx="2009725" cy="4609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 marL="9144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 marL="13716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 marL="18288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First Name Last Name</a:t>
            </a:r>
          </a:p>
          <a:p>
            <a:pPr lvl="0"/>
            <a:r>
              <a:rPr lang="en-US"/>
              <a:t>Role on Engagement</a:t>
            </a:r>
          </a:p>
        </p:txBody>
      </p:sp>
      <p:sp>
        <p:nvSpPr>
          <p:cNvPr id="42" name="Text Placeholder 18">
            <a:extLst>
              <a:ext uri="{FF2B5EF4-FFF2-40B4-BE49-F238E27FC236}">
                <a16:creationId xmlns:a16="http://schemas.microsoft.com/office/drawing/2014/main" id="{249BC89E-62CE-6349-77E9-CE6EC4524F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46264" y="5826282"/>
            <a:ext cx="2009725" cy="4609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 marL="9144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 marL="13716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 marL="18288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First Name Last Name</a:t>
            </a:r>
          </a:p>
          <a:p>
            <a:pPr lvl="0"/>
            <a:r>
              <a:rPr lang="en-US"/>
              <a:t>Role on Engagement</a:t>
            </a:r>
          </a:p>
        </p:txBody>
      </p:sp>
      <p:pic>
        <p:nvPicPr>
          <p:cNvPr id="2" name="Google Shape;73;p14">
            <a:extLst>
              <a:ext uri="{FF2B5EF4-FFF2-40B4-BE49-F238E27FC236}">
                <a16:creationId xmlns:a16="http://schemas.microsoft.com/office/drawing/2014/main" id="{011641B0-A663-FB66-877B-9DD68B80F444}"/>
              </a:ext>
            </a:extLst>
          </p:cNvPr>
          <p:cNvPicPr preferRelativeResize="0"/>
          <p:nvPr userDrawn="1"/>
        </p:nvPicPr>
        <p:blipFill>
          <a:blip r:embed="rId6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5935663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D3FE2B-3539-C729-53E4-D1401DC2C8D6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Proprietary &amp; Confidential</a:t>
            </a:r>
          </a:p>
          <a:p>
            <a:endParaRPr lang="en-US" sz="1000">
              <a:solidFill>
                <a:schemeClr val="bg2">
                  <a:lumMod val="9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775D55D-683E-4FF6-63D0-0F65DA16DF60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659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66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Column">
    <p:bg>
      <p:bgPr>
        <a:solidFill>
          <a:srgbClr val="EE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E89F9-F29B-1ADB-A419-64DC5F3F7B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2627" y="697765"/>
            <a:ext cx="9220204" cy="47952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Headline for two column slide to go here.</a:t>
            </a:r>
          </a:p>
        </p:txBody>
      </p:sp>
      <p:grpSp>
        <p:nvGrpSpPr>
          <p:cNvPr id="7" name="Google Shape;95;p16">
            <a:extLst>
              <a:ext uri="{FF2B5EF4-FFF2-40B4-BE49-F238E27FC236}">
                <a16:creationId xmlns:a16="http://schemas.microsoft.com/office/drawing/2014/main" id="{1104A86F-A4C8-9A5F-5A5C-7CAC264977C2}"/>
              </a:ext>
            </a:extLst>
          </p:cNvPr>
          <p:cNvGrpSpPr/>
          <p:nvPr userDrawn="1"/>
        </p:nvGrpSpPr>
        <p:grpSpPr>
          <a:xfrm>
            <a:off x="2" y="-9432"/>
            <a:ext cx="533398" cy="6867432"/>
            <a:chOff x="2" y="-23946"/>
            <a:chExt cx="347435" cy="5167497"/>
          </a:xfrm>
        </p:grpSpPr>
        <p:pic>
          <p:nvPicPr>
            <p:cNvPr id="8" name="Google Shape;96;p16">
              <a:extLst>
                <a:ext uri="{FF2B5EF4-FFF2-40B4-BE49-F238E27FC236}">
                  <a16:creationId xmlns:a16="http://schemas.microsoft.com/office/drawing/2014/main" id="{6C2EE10B-550A-F31C-626E-DB081C5583A0}"/>
                </a:ext>
              </a:extLst>
            </p:cNvPr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6" y="4104098"/>
              <a:ext cx="347430" cy="1039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97;p16">
              <a:extLst>
                <a:ext uri="{FF2B5EF4-FFF2-40B4-BE49-F238E27FC236}">
                  <a16:creationId xmlns:a16="http://schemas.microsoft.com/office/drawing/2014/main" id="{B5958068-0FB4-E5B7-E0D5-72FE5E9ECFA7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2728084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98;p16">
              <a:extLst>
                <a:ext uri="{FF2B5EF4-FFF2-40B4-BE49-F238E27FC236}">
                  <a16:creationId xmlns:a16="http://schemas.microsoft.com/office/drawing/2014/main" id="{73A9C160-1F76-1220-54C9-4D70A88F090C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1352069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99;p16">
              <a:extLst>
                <a:ext uri="{FF2B5EF4-FFF2-40B4-BE49-F238E27FC236}">
                  <a16:creationId xmlns:a16="http://schemas.microsoft.com/office/drawing/2014/main" id="{7AD5660B-8619-C9B7-193C-D46F7A249DC2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-23946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" name="Google Shape;90;p15">
            <a:extLst>
              <a:ext uri="{FF2B5EF4-FFF2-40B4-BE49-F238E27FC236}">
                <a16:creationId xmlns:a16="http://schemas.microsoft.com/office/drawing/2014/main" id="{55189AF5-04F2-D8F4-ED32-3AB37AA96C8B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 amt="1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43269" y="5910263"/>
            <a:ext cx="1217743" cy="5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0B8C637-327F-4712-4C7F-E8196D08A4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12875" y="1612215"/>
            <a:ext cx="9219956" cy="45480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0FE3E04-30C9-FADB-7E98-743C3E40D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1D03FF-4790-CB69-0BEA-610298291F91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Proprietary &amp; Confidential</a:t>
            </a:r>
          </a:p>
          <a:p>
            <a:endParaRPr lang="en-US" sz="1000">
              <a:solidFill>
                <a:schemeClr val="bg2">
                  <a:lumMod val="9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162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96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26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bg>
      <p:bgPr>
        <a:solidFill>
          <a:srgbClr val="EE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E89F9-F29B-1ADB-A419-64DC5F3F7B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2624" y="697765"/>
            <a:ext cx="9220204" cy="4795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Headline for two column slide to go here.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8DC96-F5A2-7A00-4BEC-6D7FC3146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2624" y="1600201"/>
            <a:ext cx="423202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lnSpc>
                <a:spcPct val="150000"/>
              </a:lnSpc>
              <a:buClr>
                <a:srgbClr val="F0A44B"/>
              </a:buClr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lnSpc>
                <a:spcPct val="150000"/>
              </a:lnSpc>
              <a:buClr>
                <a:srgbClr val="F0A44B"/>
              </a:buClr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>
              <a:lnSpc>
                <a:spcPct val="150000"/>
              </a:lnSpc>
              <a:buClr>
                <a:srgbClr val="F0A44B"/>
              </a:buClr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Click to edit Master text slides</a:t>
            </a:r>
          </a:p>
          <a:p>
            <a:pPr lvl="2"/>
            <a:r>
              <a:rPr lang="en-US"/>
              <a:t>Click to edit master text slides</a:t>
            </a:r>
          </a:p>
          <a:p>
            <a:pPr lvl="1"/>
            <a:endParaRPr lang="en-US"/>
          </a:p>
        </p:txBody>
      </p:sp>
      <p:grpSp>
        <p:nvGrpSpPr>
          <p:cNvPr id="7" name="Google Shape;95;p16">
            <a:extLst>
              <a:ext uri="{FF2B5EF4-FFF2-40B4-BE49-F238E27FC236}">
                <a16:creationId xmlns:a16="http://schemas.microsoft.com/office/drawing/2014/main" id="{1104A86F-A4C8-9A5F-5A5C-7CAC264977C2}"/>
              </a:ext>
            </a:extLst>
          </p:cNvPr>
          <p:cNvGrpSpPr/>
          <p:nvPr userDrawn="1"/>
        </p:nvGrpSpPr>
        <p:grpSpPr>
          <a:xfrm>
            <a:off x="2" y="-9432"/>
            <a:ext cx="533398" cy="6867432"/>
            <a:chOff x="2" y="-23946"/>
            <a:chExt cx="347435" cy="5167497"/>
          </a:xfrm>
        </p:grpSpPr>
        <p:pic>
          <p:nvPicPr>
            <p:cNvPr id="8" name="Google Shape;96;p16">
              <a:extLst>
                <a:ext uri="{FF2B5EF4-FFF2-40B4-BE49-F238E27FC236}">
                  <a16:creationId xmlns:a16="http://schemas.microsoft.com/office/drawing/2014/main" id="{6C2EE10B-550A-F31C-626E-DB081C5583A0}"/>
                </a:ext>
              </a:extLst>
            </p:cNvPr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6" y="4104098"/>
              <a:ext cx="347430" cy="1039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97;p16">
              <a:extLst>
                <a:ext uri="{FF2B5EF4-FFF2-40B4-BE49-F238E27FC236}">
                  <a16:creationId xmlns:a16="http://schemas.microsoft.com/office/drawing/2014/main" id="{B5958068-0FB4-E5B7-E0D5-72FE5E9ECFA7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2728084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98;p16">
              <a:extLst>
                <a:ext uri="{FF2B5EF4-FFF2-40B4-BE49-F238E27FC236}">
                  <a16:creationId xmlns:a16="http://schemas.microsoft.com/office/drawing/2014/main" id="{73A9C160-1F76-1220-54C9-4D70A88F090C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1352069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99;p16">
              <a:extLst>
                <a:ext uri="{FF2B5EF4-FFF2-40B4-BE49-F238E27FC236}">
                  <a16:creationId xmlns:a16="http://schemas.microsoft.com/office/drawing/2014/main" id="{7AD5660B-8619-C9B7-193C-D46F7A249DC2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-23946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92A4F84-0066-8B92-3E18-C4C2F5FC342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400800" y="1611923"/>
            <a:ext cx="423202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lnSpc>
                <a:spcPct val="150000"/>
              </a:lnSpc>
              <a:buClr>
                <a:srgbClr val="F0A44B"/>
              </a:buClr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lnSpc>
                <a:spcPct val="150000"/>
              </a:lnSpc>
              <a:buClr>
                <a:srgbClr val="F0A44B"/>
              </a:buClr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>
              <a:lnSpc>
                <a:spcPct val="150000"/>
              </a:lnSpc>
              <a:buClr>
                <a:srgbClr val="F0A44B"/>
              </a:buClr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Click to edit Master text slides</a:t>
            </a:r>
          </a:p>
          <a:p>
            <a:pPr lvl="2"/>
            <a:r>
              <a:rPr lang="en-US"/>
              <a:t>Click to edit master text slides</a:t>
            </a:r>
          </a:p>
          <a:p>
            <a:pPr lvl="1"/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5716EB8-CE24-0C7B-A7D4-0D02BB9A1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oogle Shape;90;p15">
            <a:extLst>
              <a:ext uri="{FF2B5EF4-FFF2-40B4-BE49-F238E27FC236}">
                <a16:creationId xmlns:a16="http://schemas.microsoft.com/office/drawing/2014/main" id="{DAC1024C-B160-68E9-2A4F-38864430BFC0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 amt="1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43269" y="5910263"/>
            <a:ext cx="1217743" cy="5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E9BB092-76C1-0B31-0252-7D3E75D62ADA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Proprietary &amp; Confidential</a:t>
            </a:r>
          </a:p>
          <a:p>
            <a:endParaRPr lang="en-US" sz="1000">
              <a:solidFill>
                <a:schemeClr val="bg2">
                  <a:lumMod val="9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362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96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25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Image Right">
    <p:bg>
      <p:bgPr>
        <a:solidFill>
          <a:srgbClr val="EE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sitting at a table&#10;&#10;Description automatically generated">
            <a:extLst>
              <a:ext uri="{FF2B5EF4-FFF2-40B4-BE49-F238E27FC236}">
                <a16:creationId xmlns:a16="http://schemas.microsoft.com/office/drawing/2014/main" id="{C32C9B9E-DA15-1DB4-C543-7E275CB8BA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3031"/>
          <a:stretch/>
        </p:blipFill>
        <p:spPr>
          <a:xfrm>
            <a:off x="5246370" y="0"/>
            <a:ext cx="694563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E89F9-F29B-1ADB-A419-64DC5F3F7B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24599" y="694289"/>
            <a:ext cx="5570562" cy="48300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Headlines for text left</a:t>
            </a:r>
          </a:p>
        </p:txBody>
      </p:sp>
      <p:grpSp>
        <p:nvGrpSpPr>
          <p:cNvPr id="4" name="Google Shape;112;p17">
            <a:extLst>
              <a:ext uri="{FF2B5EF4-FFF2-40B4-BE49-F238E27FC236}">
                <a16:creationId xmlns:a16="http://schemas.microsoft.com/office/drawing/2014/main" id="{8BF79A75-6AD3-B62B-2CEE-618435D1927B}"/>
              </a:ext>
            </a:extLst>
          </p:cNvPr>
          <p:cNvGrpSpPr/>
          <p:nvPr userDrawn="1"/>
        </p:nvGrpSpPr>
        <p:grpSpPr>
          <a:xfrm rot="10800000">
            <a:off x="2" y="-23952"/>
            <a:ext cx="507998" cy="6896050"/>
            <a:chOff x="-50800" y="113913"/>
            <a:chExt cx="349251" cy="5029587"/>
          </a:xfrm>
        </p:grpSpPr>
        <p:pic>
          <p:nvPicPr>
            <p:cNvPr id="5" name="Google Shape;113;p17">
              <a:extLst>
                <a:ext uri="{FF2B5EF4-FFF2-40B4-BE49-F238E27FC236}">
                  <a16:creationId xmlns:a16="http://schemas.microsoft.com/office/drawing/2014/main" id="{668F85E7-7119-EF60-A8A5-904F148317DD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799" y="113913"/>
              <a:ext cx="349245" cy="879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14;p17">
              <a:extLst>
                <a:ext uri="{FF2B5EF4-FFF2-40B4-BE49-F238E27FC236}">
                  <a16:creationId xmlns:a16="http://schemas.microsoft.com/office/drawing/2014/main" id="{985973FD-D966-912D-411C-5676E77DFA37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993883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15;p17">
              <a:extLst>
                <a:ext uri="{FF2B5EF4-FFF2-40B4-BE49-F238E27FC236}">
                  <a16:creationId xmlns:a16="http://schemas.microsoft.com/office/drawing/2014/main" id="{02EA336B-BB2B-BB44-D254-0FFB57198EF5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2377091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16;p17">
              <a:extLst>
                <a:ext uri="{FF2B5EF4-FFF2-40B4-BE49-F238E27FC236}">
                  <a16:creationId xmlns:a16="http://schemas.microsoft.com/office/drawing/2014/main" id="{88891B87-1C09-08E3-4E9C-F26233CFD14E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3760298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FF5086D-FE29-1E90-044C-F80EF6C505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24598" y="1616028"/>
            <a:ext cx="5570562" cy="3975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 marL="9144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 marL="13716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 marL="18288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727C4-7997-C0A8-17AD-0130B9C45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Google Shape;73;p14">
            <a:extLst>
              <a:ext uri="{FF2B5EF4-FFF2-40B4-BE49-F238E27FC236}">
                <a16:creationId xmlns:a16="http://schemas.microsoft.com/office/drawing/2014/main" id="{D3F97B9C-129B-16BD-3D34-A2CC585F8A1B}"/>
              </a:ext>
            </a:extLst>
          </p:cNvPr>
          <p:cNvPicPr preferRelativeResize="0"/>
          <p:nvPr userDrawn="1"/>
        </p:nvPicPr>
        <p:blipFill>
          <a:blip r:embed="rId5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5935663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7A3FF8-2DE8-F511-7A41-C8EF10E83786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Proprietary &amp; Confidential</a:t>
            </a:r>
          </a:p>
          <a:p>
            <a:endParaRPr lang="en-US" sz="1000">
              <a:solidFill>
                <a:schemeClr val="bg2">
                  <a:lumMod val="9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631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96" userDrawn="1">
          <p15:clr>
            <a:srgbClr val="FBAE40"/>
          </p15:clr>
        </p15:guide>
        <p15:guide id="2" pos="960" userDrawn="1">
          <p15:clr>
            <a:srgbClr val="FBAE40"/>
          </p15:clr>
        </p15:guide>
        <p15:guide id="3" orient="horz" pos="22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Left Image Right">
    <p:bg>
      <p:bgPr>
        <a:solidFill>
          <a:srgbClr val="EE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oup of people working together&#10;&#10;Description automatically generated">
            <a:extLst>
              <a:ext uri="{FF2B5EF4-FFF2-40B4-BE49-F238E27FC236}">
                <a16:creationId xmlns:a16="http://schemas.microsoft.com/office/drawing/2014/main" id="{5A04A848-2F07-F46E-61FC-E193775DCD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938010" cy="6858000"/>
          </a:xfrm>
          <a:prstGeom prst="rect">
            <a:avLst/>
          </a:prstGeom>
        </p:spPr>
      </p:pic>
      <p:grpSp>
        <p:nvGrpSpPr>
          <p:cNvPr id="7" name="Google Shape;74;p14">
            <a:extLst>
              <a:ext uri="{FF2B5EF4-FFF2-40B4-BE49-F238E27FC236}">
                <a16:creationId xmlns:a16="http://schemas.microsoft.com/office/drawing/2014/main" id="{0E002705-CC87-3F28-471D-BC49F7EDEBDF}"/>
              </a:ext>
            </a:extLst>
          </p:cNvPr>
          <p:cNvGrpSpPr/>
          <p:nvPr userDrawn="1"/>
        </p:nvGrpSpPr>
        <p:grpSpPr>
          <a:xfrm>
            <a:off x="11720167" y="-9438"/>
            <a:ext cx="548033" cy="6865936"/>
            <a:chOff x="2" y="-23948"/>
            <a:chExt cx="347435" cy="5167499"/>
          </a:xfrm>
        </p:grpSpPr>
        <p:pic>
          <p:nvPicPr>
            <p:cNvPr id="8" name="Google Shape;75;p14">
              <a:extLst>
                <a:ext uri="{FF2B5EF4-FFF2-40B4-BE49-F238E27FC236}">
                  <a16:creationId xmlns:a16="http://schemas.microsoft.com/office/drawing/2014/main" id="{BC7771B3-7426-E888-B3A7-6F96F6C66EF8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6" y="4104096"/>
              <a:ext cx="347430" cy="10394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76;p14">
              <a:extLst>
                <a:ext uri="{FF2B5EF4-FFF2-40B4-BE49-F238E27FC236}">
                  <a16:creationId xmlns:a16="http://schemas.microsoft.com/office/drawing/2014/main" id="{2DAC050F-EA63-261D-7AA9-3A8074E75880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2728082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77;p14">
              <a:extLst>
                <a:ext uri="{FF2B5EF4-FFF2-40B4-BE49-F238E27FC236}">
                  <a16:creationId xmlns:a16="http://schemas.microsoft.com/office/drawing/2014/main" id="{B4738746-4FCC-2A3C-14D4-8E536869550E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1352067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78;p14">
              <a:extLst>
                <a:ext uri="{FF2B5EF4-FFF2-40B4-BE49-F238E27FC236}">
                  <a16:creationId xmlns:a16="http://schemas.microsoft.com/office/drawing/2014/main" id="{C94F1EB7-F55B-C9E0-F7E8-D4CA11718E74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-23948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" name="Google Shape;73;p14">
            <a:extLst>
              <a:ext uri="{FF2B5EF4-FFF2-40B4-BE49-F238E27FC236}">
                <a16:creationId xmlns:a16="http://schemas.microsoft.com/office/drawing/2014/main" id="{A055FAFF-4336-AC37-4841-7E68C42B2005}"/>
              </a:ext>
            </a:extLst>
          </p:cNvPr>
          <p:cNvPicPr preferRelativeResize="0"/>
          <p:nvPr userDrawn="1"/>
        </p:nvPicPr>
        <p:blipFill>
          <a:blip r:embed="rId5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0069" y="6011863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CAA8AC2-C491-69F1-C4B3-C3085284A2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9581" y="692855"/>
            <a:ext cx="5497469" cy="4958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Headlines for text right.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C80CC554-6580-8523-742B-CBBD869FEB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08882" y="1614302"/>
            <a:ext cx="5478168" cy="3975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 marL="9144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 marL="13716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 marL="18288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AB9BD0-0268-D4A7-CA2C-950259A728CE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Proprietary &amp; Confidential</a:t>
            </a:r>
          </a:p>
          <a:p>
            <a:endParaRPr lang="en-US" sz="1000">
              <a:solidFill>
                <a:schemeClr val="bg2">
                  <a:lumMod val="9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226A4B04-C113-613C-5B6D-2FA6F8085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07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584" userDrawn="1">
          <p15:clr>
            <a:srgbClr val="FBAE40"/>
          </p15:clr>
        </p15:guide>
        <p15:guide id="2" pos="3552" userDrawn="1">
          <p15:clr>
            <a:srgbClr val="FBAE40"/>
          </p15:clr>
        </p15:guide>
        <p15:guide id="3" orient="horz" pos="22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Green Section Header">
    <p:bg>
      <p:bgPr>
        <a:solidFill>
          <a:srgbClr val="93C847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36;p19">
            <a:extLst>
              <a:ext uri="{FF2B5EF4-FFF2-40B4-BE49-F238E27FC236}">
                <a16:creationId xmlns:a16="http://schemas.microsoft.com/office/drawing/2014/main" id="{40584528-5F09-D00E-D363-BD39CA9F30D4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 amt="4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5050"/>
            <a:ext cx="12192000" cy="68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7;p19">
            <a:extLst>
              <a:ext uri="{FF2B5EF4-FFF2-40B4-BE49-F238E27FC236}">
                <a16:creationId xmlns:a16="http://schemas.microsoft.com/office/drawing/2014/main" id="{1C2D7809-340C-BB03-120E-C83A031B110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3C847">
              <a:alpha val="685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hasCustomPrompt="1"/>
          </p:nvPr>
        </p:nvSpPr>
        <p:spPr>
          <a:xfrm>
            <a:off x="2258850" y="2867800"/>
            <a:ext cx="76743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Title for chapter break to go in this location.</a:t>
            </a:r>
            <a:endParaRPr/>
          </a:p>
        </p:txBody>
      </p:sp>
      <p:pic>
        <p:nvPicPr>
          <p:cNvPr id="4" name="Google Shape;73;p14">
            <a:extLst>
              <a:ext uri="{FF2B5EF4-FFF2-40B4-BE49-F238E27FC236}">
                <a16:creationId xmlns:a16="http://schemas.microsoft.com/office/drawing/2014/main" id="{2A8127C7-4B56-89A6-BB60-0AE7EEF799A6}"/>
              </a:ext>
            </a:extLst>
          </p:cNvPr>
          <p:cNvPicPr preferRelativeResize="0"/>
          <p:nvPr userDrawn="1"/>
        </p:nvPicPr>
        <p:blipFill>
          <a:blip r:embed="rId3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6011863"/>
            <a:ext cx="1220131" cy="549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4800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Orange Section Header">
    <p:bg>
      <p:bgPr>
        <a:solidFill>
          <a:srgbClr val="F0A44B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44;p20">
            <a:extLst>
              <a:ext uri="{FF2B5EF4-FFF2-40B4-BE49-F238E27FC236}">
                <a16:creationId xmlns:a16="http://schemas.microsoft.com/office/drawing/2014/main" id="{C3F55D31-0402-B9AE-7650-0A952BA4AF5E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8"/>
            <a:ext cx="12192000" cy="685802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45;p20">
            <a:extLst>
              <a:ext uri="{FF2B5EF4-FFF2-40B4-BE49-F238E27FC236}">
                <a16:creationId xmlns:a16="http://schemas.microsoft.com/office/drawing/2014/main" id="{0E86E09F-1BF7-0EC4-D63A-89AE2AE37563}"/>
              </a:ext>
            </a:extLst>
          </p:cNvPr>
          <p:cNvSpPr/>
          <p:nvPr userDrawn="1"/>
        </p:nvSpPr>
        <p:spPr>
          <a:xfrm>
            <a:off x="0" y="0"/>
            <a:ext cx="12192000" cy="6858027"/>
          </a:xfrm>
          <a:prstGeom prst="rect">
            <a:avLst/>
          </a:prstGeom>
          <a:solidFill>
            <a:srgbClr val="F0A44B">
              <a:alpha val="698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Google Shape;73;p14">
            <a:extLst>
              <a:ext uri="{FF2B5EF4-FFF2-40B4-BE49-F238E27FC236}">
                <a16:creationId xmlns:a16="http://schemas.microsoft.com/office/drawing/2014/main" id="{FBE324B4-A421-6E97-5A05-50F6DF3E8594}"/>
              </a:ext>
            </a:extLst>
          </p:cNvPr>
          <p:cNvPicPr preferRelativeResize="0"/>
          <p:nvPr userDrawn="1"/>
        </p:nvPicPr>
        <p:blipFill>
          <a:blip r:embed="rId3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6011863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4;p3">
            <a:extLst>
              <a:ext uri="{FF2B5EF4-FFF2-40B4-BE49-F238E27FC236}">
                <a16:creationId xmlns:a16="http://schemas.microsoft.com/office/drawing/2014/main" id="{294748A2-970B-23E4-6F07-BD8FAC07DEB5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2258850" y="2867800"/>
            <a:ext cx="76743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Title for chapter break to go in this location.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616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Purple Section Header">
    <p:bg>
      <p:bgPr>
        <a:solidFill>
          <a:srgbClr val="756AA0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52;p21">
            <a:extLst>
              <a:ext uri="{FF2B5EF4-FFF2-40B4-BE49-F238E27FC236}">
                <a16:creationId xmlns:a16="http://schemas.microsoft.com/office/drawing/2014/main" id="{31741A1A-8DCB-C346-D850-1207EA6CB408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 amt="4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7535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3;p21">
            <a:extLst>
              <a:ext uri="{FF2B5EF4-FFF2-40B4-BE49-F238E27FC236}">
                <a16:creationId xmlns:a16="http://schemas.microsoft.com/office/drawing/2014/main" id="{E50E6F3A-0C90-37AD-E5FE-AB0089B9FE1A}"/>
              </a:ext>
            </a:extLst>
          </p:cNvPr>
          <p:cNvSpPr/>
          <p:nvPr userDrawn="1"/>
        </p:nvSpPr>
        <p:spPr>
          <a:xfrm>
            <a:off x="0" y="0"/>
            <a:ext cx="12175350" cy="6902450"/>
          </a:xfrm>
          <a:prstGeom prst="rect">
            <a:avLst/>
          </a:prstGeom>
          <a:solidFill>
            <a:srgbClr val="756AA0">
              <a:alpha val="654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Google Shape;73;p14">
            <a:extLst>
              <a:ext uri="{FF2B5EF4-FFF2-40B4-BE49-F238E27FC236}">
                <a16:creationId xmlns:a16="http://schemas.microsoft.com/office/drawing/2014/main" id="{AEAB26AE-1AF2-2C37-CB19-06D6ABD758D5}"/>
              </a:ext>
            </a:extLst>
          </p:cNvPr>
          <p:cNvPicPr preferRelativeResize="0"/>
          <p:nvPr userDrawn="1"/>
        </p:nvPicPr>
        <p:blipFill>
          <a:blip r:embed="rId3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6011863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4;p3">
            <a:extLst>
              <a:ext uri="{FF2B5EF4-FFF2-40B4-BE49-F238E27FC236}">
                <a16:creationId xmlns:a16="http://schemas.microsoft.com/office/drawing/2014/main" id="{E1B02EFF-B6D0-0D62-1C65-31CDD326CDF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2258850" y="2867800"/>
            <a:ext cx="76743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Title for chapter break to go in this location.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1589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tyles">
    <p:bg>
      <p:bgPr>
        <a:solidFill>
          <a:srgbClr val="EE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E89F9-F29B-1ADB-A419-64DC5F3F7B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2627" y="686335"/>
            <a:ext cx="9220204" cy="45666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Styles for charts.</a:t>
            </a:r>
          </a:p>
        </p:txBody>
      </p:sp>
      <p:grpSp>
        <p:nvGrpSpPr>
          <p:cNvPr id="7" name="Google Shape;95;p16">
            <a:extLst>
              <a:ext uri="{FF2B5EF4-FFF2-40B4-BE49-F238E27FC236}">
                <a16:creationId xmlns:a16="http://schemas.microsoft.com/office/drawing/2014/main" id="{1104A86F-A4C8-9A5F-5A5C-7CAC264977C2}"/>
              </a:ext>
            </a:extLst>
          </p:cNvPr>
          <p:cNvGrpSpPr/>
          <p:nvPr userDrawn="1"/>
        </p:nvGrpSpPr>
        <p:grpSpPr>
          <a:xfrm>
            <a:off x="2" y="-9432"/>
            <a:ext cx="533398" cy="6867432"/>
            <a:chOff x="2" y="-23946"/>
            <a:chExt cx="347435" cy="5167497"/>
          </a:xfrm>
        </p:grpSpPr>
        <p:pic>
          <p:nvPicPr>
            <p:cNvPr id="8" name="Google Shape;96;p16">
              <a:extLst>
                <a:ext uri="{FF2B5EF4-FFF2-40B4-BE49-F238E27FC236}">
                  <a16:creationId xmlns:a16="http://schemas.microsoft.com/office/drawing/2014/main" id="{6C2EE10B-550A-F31C-626E-DB081C5583A0}"/>
                </a:ext>
              </a:extLst>
            </p:cNvPr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6" y="4104098"/>
              <a:ext cx="347430" cy="10394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97;p16">
              <a:extLst>
                <a:ext uri="{FF2B5EF4-FFF2-40B4-BE49-F238E27FC236}">
                  <a16:creationId xmlns:a16="http://schemas.microsoft.com/office/drawing/2014/main" id="{B5958068-0FB4-E5B7-E0D5-72FE5E9ECFA7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2728084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98;p16">
              <a:extLst>
                <a:ext uri="{FF2B5EF4-FFF2-40B4-BE49-F238E27FC236}">
                  <a16:creationId xmlns:a16="http://schemas.microsoft.com/office/drawing/2014/main" id="{73A9C160-1F76-1220-54C9-4D70A88F090C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1352069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99;p16">
              <a:extLst>
                <a:ext uri="{FF2B5EF4-FFF2-40B4-BE49-F238E27FC236}">
                  <a16:creationId xmlns:a16="http://schemas.microsoft.com/office/drawing/2014/main" id="{7AD5660B-8619-C9B7-193C-D46F7A249DC2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-23946"/>
              <a:ext cx="347435" cy="137600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" name="Google Shape;90;p15">
            <a:extLst>
              <a:ext uri="{FF2B5EF4-FFF2-40B4-BE49-F238E27FC236}">
                <a16:creationId xmlns:a16="http://schemas.microsoft.com/office/drawing/2014/main" id="{6847B1C8-5038-31F9-2966-C6AF69133E23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 amt="1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43269" y="5910263"/>
            <a:ext cx="1217743" cy="5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9EC865A-B90C-C33D-03AD-FFD17C5A87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DA1C76-48A8-A8AE-F5E6-EA03CD2B09B8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Proprietary &amp; Confidential</a:t>
            </a:r>
          </a:p>
          <a:p>
            <a:endParaRPr lang="en-US" sz="1000">
              <a:solidFill>
                <a:schemeClr val="bg2">
                  <a:lumMod val="9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921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96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26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Point Style">
    <p:bg>
      <p:bgPr>
        <a:solidFill>
          <a:srgbClr val="EE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smiling at camera&#10;&#10;Description automatically generated">
            <a:extLst>
              <a:ext uri="{FF2B5EF4-FFF2-40B4-BE49-F238E27FC236}">
                <a16:creationId xmlns:a16="http://schemas.microsoft.com/office/drawing/2014/main" id="{49B738D8-CB58-D826-EF32-56C6096710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3219"/>
          <a:stretch/>
        </p:blipFill>
        <p:spPr>
          <a:xfrm>
            <a:off x="5269230" y="0"/>
            <a:ext cx="6922770" cy="6858000"/>
          </a:xfrm>
          <a:prstGeom prst="rect">
            <a:avLst/>
          </a:prstGeom>
        </p:spPr>
      </p:pic>
      <p:grpSp>
        <p:nvGrpSpPr>
          <p:cNvPr id="4" name="Google Shape;112;p17">
            <a:extLst>
              <a:ext uri="{FF2B5EF4-FFF2-40B4-BE49-F238E27FC236}">
                <a16:creationId xmlns:a16="http://schemas.microsoft.com/office/drawing/2014/main" id="{8BF79A75-6AD3-B62B-2CEE-618435D1927B}"/>
              </a:ext>
            </a:extLst>
          </p:cNvPr>
          <p:cNvGrpSpPr/>
          <p:nvPr userDrawn="1"/>
        </p:nvGrpSpPr>
        <p:grpSpPr>
          <a:xfrm rot="10800000">
            <a:off x="2" y="-23952"/>
            <a:ext cx="533396" cy="6896050"/>
            <a:chOff x="-50800" y="113913"/>
            <a:chExt cx="349251" cy="5029587"/>
          </a:xfrm>
        </p:grpSpPr>
        <p:pic>
          <p:nvPicPr>
            <p:cNvPr id="5" name="Google Shape;113;p17">
              <a:extLst>
                <a:ext uri="{FF2B5EF4-FFF2-40B4-BE49-F238E27FC236}">
                  <a16:creationId xmlns:a16="http://schemas.microsoft.com/office/drawing/2014/main" id="{668F85E7-7119-EF60-A8A5-904F148317DD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799" y="113913"/>
              <a:ext cx="349245" cy="879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14;p17">
              <a:extLst>
                <a:ext uri="{FF2B5EF4-FFF2-40B4-BE49-F238E27FC236}">
                  <a16:creationId xmlns:a16="http://schemas.microsoft.com/office/drawing/2014/main" id="{985973FD-D966-912D-411C-5676E77DFA37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993883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15;p17">
              <a:extLst>
                <a:ext uri="{FF2B5EF4-FFF2-40B4-BE49-F238E27FC236}">
                  <a16:creationId xmlns:a16="http://schemas.microsoft.com/office/drawing/2014/main" id="{02EA336B-BB2B-BB44-D254-0FFB57198EF5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2377091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16;p17">
              <a:extLst>
                <a:ext uri="{FF2B5EF4-FFF2-40B4-BE49-F238E27FC236}">
                  <a16:creationId xmlns:a16="http://schemas.microsoft.com/office/drawing/2014/main" id="{88891B87-1C09-08E3-4E9C-F26233CFD14E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3760298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FF5086D-FE29-1E90-044C-F80EF6C505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24598" y="1616321"/>
            <a:ext cx="5593422" cy="3975588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lnSpc>
                <a:spcPct val="150000"/>
              </a:lnSpc>
              <a:buClr>
                <a:srgbClr val="F0A44B"/>
              </a:buClr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628650" indent="-171450">
              <a:lnSpc>
                <a:spcPct val="150000"/>
              </a:lnSpc>
              <a:buClr>
                <a:srgbClr val="F0A44B"/>
              </a:buClr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 marL="1085850" indent="-171450">
              <a:lnSpc>
                <a:spcPct val="150000"/>
              </a:lnSpc>
              <a:buClr>
                <a:srgbClr val="F0A44B"/>
              </a:buClr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 marL="13716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 marL="18288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Click to edit Master text styles</a:t>
            </a:r>
          </a:p>
          <a:p>
            <a:pPr lvl="2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BB751B3-EC24-44C7-09F9-6DB577537E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2627" y="697765"/>
            <a:ext cx="5605393" cy="5023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Bullet point styles.</a:t>
            </a:r>
          </a:p>
        </p:txBody>
      </p:sp>
      <p:pic>
        <p:nvPicPr>
          <p:cNvPr id="8" name="Google Shape;73;p14">
            <a:extLst>
              <a:ext uri="{FF2B5EF4-FFF2-40B4-BE49-F238E27FC236}">
                <a16:creationId xmlns:a16="http://schemas.microsoft.com/office/drawing/2014/main" id="{D671AD05-C359-163E-7FFC-ECAD129F32F3}"/>
              </a:ext>
            </a:extLst>
          </p:cNvPr>
          <p:cNvPicPr preferRelativeResize="0"/>
          <p:nvPr userDrawn="1"/>
        </p:nvPicPr>
        <p:blipFill>
          <a:blip r:embed="rId5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5935663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225196E-9056-138F-14A3-E490D7065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804FA6-C1D1-0007-CF4A-CC228CD5542C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Proprietary &amp; Confidential</a:t>
            </a:r>
          </a:p>
          <a:p>
            <a:endParaRPr lang="en-US" sz="1000">
              <a:solidFill>
                <a:schemeClr val="bg2">
                  <a:lumMod val="9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589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96" userDrawn="1">
          <p15:clr>
            <a:srgbClr val="FBAE40"/>
          </p15:clr>
        </p15:guide>
        <p15:guide id="2" pos="960" userDrawn="1">
          <p15:clr>
            <a:srgbClr val="FBAE40"/>
          </p15:clr>
        </p15:guide>
        <p15:guide id="3" orient="horz" pos="226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tton Style">
    <p:bg>
      <p:bgPr>
        <a:solidFill>
          <a:srgbClr val="EE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miling at a computer&#10;&#10;Description automatically generated">
            <a:extLst>
              <a:ext uri="{FF2B5EF4-FFF2-40B4-BE49-F238E27FC236}">
                <a16:creationId xmlns:a16="http://schemas.microsoft.com/office/drawing/2014/main" id="{C1D7A77D-92EE-1983-98DC-A269133E83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Google Shape;74;p14">
            <a:extLst>
              <a:ext uri="{FF2B5EF4-FFF2-40B4-BE49-F238E27FC236}">
                <a16:creationId xmlns:a16="http://schemas.microsoft.com/office/drawing/2014/main" id="{512C82E3-D0E4-0C04-CB9B-9D7933281A85}"/>
              </a:ext>
            </a:extLst>
          </p:cNvPr>
          <p:cNvGrpSpPr/>
          <p:nvPr userDrawn="1"/>
        </p:nvGrpSpPr>
        <p:grpSpPr>
          <a:xfrm>
            <a:off x="0" y="0"/>
            <a:ext cx="548033" cy="6865936"/>
            <a:chOff x="2" y="-23948"/>
            <a:chExt cx="347435" cy="5167499"/>
          </a:xfrm>
        </p:grpSpPr>
        <p:pic>
          <p:nvPicPr>
            <p:cNvPr id="8" name="Google Shape;75;p14">
              <a:extLst>
                <a:ext uri="{FF2B5EF4-FFF2-40B4-BE49-F238E27FC236}">
                  <a16:creationId xmlns:a16="http://schemas.microsoft.com/office/drawing/2014/main" id="{CE42B3CB-915E-68CF-D7B2-ED663B15EAF4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6" y="4104096"/>
              <a:ext cx="347430" cy="10394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76;p14">
              <a:extLst>
                <a:ext uri="{FF2B5EF4-FFF2-40B4-BE49-F238E27FC236}">
                  <a16:creationId xmlns:a16="http://schemas.microsoft.com/office/drawing/2014/main" id="{E9C2083F-6F85-6B54-8858-0FBD1FD1A7B7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2728082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77;p14">
              <a:extLst>
                <a:ext uri="{FF2B5EF4-FFF2-40B4-BE49-F238E27FC236}">
                  <a16:creationId xmlns:a16="http://schemas.microsoft.com/office/drawing/2014/main" id="{5B903F00-B650-EC64-B1CC-60F666DD75D7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1352067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78;p14">
              <a:extLst>
                <a:ext uri="{FF2B5EF4-FFF2-40B4-BE49-F238E27FC236}">
                  <a16:creationId xmlns:a16="http://schemas.microsoft.com/office/drawing/2014/main" id="{75FA782E-6A9F-E413-FA4A-63B7599E7765}"/>
                </a:ext>
              </a:extLst>
            </p:cNvPr>
            <p:cNvPicPr preferRelativeResize="0"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2" y="-23948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FF5086D-FE29-1E90-044C-F80EF6C505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24598" y="1588770"/>
            <a:ext cx="5559672" cy="366902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 marL="9144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 marL="13716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 marL="18288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1E57E62-D532-AB85-D489-8F6289D340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2627" y="697765"/>
            <a:ext cx="5559673" cy="5023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Button style &amp; paragraph.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4CA6F1-590A-B367-741E-513363329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oogle Shape;73;p14">
            <a:extLst>
              <a:ext uri="{FF2B5EF4-FFF2-40B4-BE49-F238E27FC236}">
                <a16:creationId xmlns:a16="http://schemas.microsoft.com/office/drawing/2014/main" id="{D1C6058B-99CB-EB97-B768-9E1C0C811AB4}"/>
              </a:ext>
            </a:extLst>
          </p:cNvPr>
          <p:cNvPicPr preferRelativeResize="0"/>
          <p:nvPr userDrawn="1"/>
        </p:nvPicPr>
        <p:blipFill>
          <a:blip r:embed="rId5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5935663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C1EF2C5-344F-B1FC-E46F-5D4C86B82DCD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Proprietary &amp; Confidential</a:t>
            </a:r>
          </a:p>
          <a:p>
            <a:endParaRPr lang="en-US" sz="1000">
              <a:solidFill>
                <a:schemeClr val="bg2">
                  <a:lumMod val="9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526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96" userDrawn="1">
          <p15:clr>
            <a:srgbClr val="FBAE40"/>
          </p15:clr>
        </p15:guide>
        <p15:guide id="2" pos="960" userDrawn="1">
          <p15:clr>
            <a:srgbClr val="FBAE40"/>
          </p15:clr>
        </p15:guide>
        <p15:guide id="3" orient="horz" pos="226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Grey Phot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02;p25">
            <a:extLst>
              <a:ext uri="{FF2B5EF4-FFF2-40B4-BE49-F238E27FC236}">
                <a16:creationId xmlns:a16="http://schemas.microsoft.com/office/drawing/2014/main" id="{E1B31BF2-0274-419B-8B10-C88D965A5890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 amt="6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5050"/>
            <a:ext cx="12191999" cy="686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73;p14">
            <a:extLst>
              <a:ext uri="{FF2B5EF4-FFF2-40B4-BE49-F238E27FC236}">
                <a16:creationId xmlns:a16="http://schemas.microsoft.com/office/drawing/2014/main" id="{3B2AF631-BAEC-FA02-4F69-45BD71354E9B}"/>
              </a:ext>
            </a:extLst>
          </p:cNvPr>
          <p:cNvPicPr preferRelativeResize="0"/>
          <p:nvPr userDrawn="1"/>
        </p:nvPicPr>
        <p:blipFill>
          <a:blip r:embed="rId3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5935663"/>
            <a:ext cx="1220131" cy="549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6069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Orange Photo">
    <p:bg>
      <p:bgPr>
        <a:solidFill>
          <a:srgbClr val="F0A44B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20;p28">
            <a:extLst>
              <a:ext uri="{FF2B5EF4-FFF2-40B4-BE49-F238E27FC236}">
                <a16:creationId xmlns:a16="http://schemas.microsoft.com/office/drawing/2014/main" id="{821381BF-0F25-86E8-4A32-EA6BF74F4C91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 amt="4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73;p14">
            <a:extLst>
              <a:ext uri="{FF2B5EF4-FFF2-40B4-BE49-F238E27FC236}">
                <a16:creationId xmlns:a16="http://schemas.microsoft.com/office/drawing/2014/main" id="{3B6D7192-C6F8-E3A1-3ADE-BB7FD3191B25}"/>
              </a:ext>
            </a:extLst>
          </p:cNvPr>
          <p:cNvPicPr preferRelativeResize="0"/>
          <p:nvPr userDrawn="1"/>
        </p:nvPicPr>
        <p:blipFill>
          <a:blip r:embed="rId3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5935663"/>
            <a:ext cx="1220131" cy="549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4907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Purple Photo">
    <p:bg>
      <p:bgPr>
        <a:solidFill>
          <a:srgbClr val="756AA0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15;p27">
            <a:extLst>
              <a:ext uri="{FF2B5EF4-FFF2-40B4-BE49-F238E27FC236}">
                <a16:creationId xmlns:a16="http://schemas.microsoft.com/office/drawing/2014/main" id="{F72A3A33-BDE9-2B11-696E-42F73B8C3A26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 amt="4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73;p14">
            <a:extLst>
              <a:ext uri="{FF2B5EF4-FFF2-40B4-BE49-F238E27FC236}">
                <a16:creationId xmlns:a16="http://schemas.microsoft.com/office/drawing/2014/main" id="{2F9FE4B3-B8B7-8ABE-4E15-FA27DE7B79A8}"/>
              </a:ext>
            </a:extLst>
          </p:cNvPr>
          <p:cNvPicPr preferRelativeResize="0"/>
          <p:nvPr userDrawn="1"/>
        </p:nvPicPr>
        <p:blipFill>
          <a:blip r:embed="rId3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5935663"/>
            <a:ext cx="1220131" cy="549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348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Green Photo">
    <p:bg>
      <p:bgPr>
        <a:solidFill>
          <a:srgbClr val="93C847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08;p26">
            <a:extLst>
              <a:ext uri="{FF2B5EF4-FFF2-40B4-BE49-F238E27FC236}">
                <a16:creationId xmlns:a16="http://schemas.microsoft.com/office/drawing/2014/main" id="{30E89CAB-8451-BA75-3D86-8ACF9368ADF2}"/>
              </a:ext>
            </a:extLst>
          </p:cNvPr>
          <p:cNvPicPr preferRelativeResize="0"/>
          <p:nvPr userDrawn="1"/>
        </p:nvPicPr>
        <p:blipFill rotWithShape="1">
          <a:blip r:embed="rId2" cstate="email">
            <a:alphaModFix amt="4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5050"/>
            <a:ext cx="12192000" cy="686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73;p14">
            <a:extLst>
              <a:ext uri="{FF2B5EF4-FFF2-40B4-BE49-F238E27FC236}">
                <a16:creationId xmlns:a16="http://schemas.microsoft.com/office/drawing/2014/main" id="{71906301-F4C7-7FCC-1426-FB8775AAC263}"/>
              </a:ext>
            </a:extLst>
          </p:cNvPr>
          <p:cNvPicPr preferRelativeResize="0"/>
          <p:nvPr userDrawn="1"/>
        </p:nvPicPr>
        <p:blipFill>
          <a:blip r:embed="rId3" cstate="screen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3269" y="5935663"/>
            <a:ext cx="1220131" cy="549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407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ity Statement">
    <p:bg>
      <p:bgPr>
        <a:solidFill>
          <a:srgbClr val="EEE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12;p17">
            <a:extLst>
              <a:ext uri="{FF2B5EF4-FFF2-40B4-BE49-F238E27FC236}">
                <a16:creationId xmlns:a16="http://schemas.microsoft.com/office/drawing/2014/main" id="{8BF79A75-6AD3-B62B-2CEE-618435D1927B}"/>
              </a:ext>
            </a:extLst>
          </p:cNvPr>
          <p:cNvGrpSpPr/>
          <p:nvPr userDrawn="1"/>
        </p:nvGrpSpPr>
        <p:grpSpPr>
          <a:xfrm rot="10800000">
            <a:off x="2" y="-23952"/>
            <a:ext cx="507998" cy="6896050"/>
            <a:chOff x="-50800" y="113913"/>
            <a:chExt cx="349251" cy="5029587"/>
          </a:xfrm>
        </p:grpSpPr>
        <p:pic>
          <p:nvPicPr>
            <p:cNvPr id="5" name="Google Shape;113;p17">
              <a:extLst>
                <a:ext uri="{FF2B5EF4-FFF2-40B4-BE49-F238E27FC236}">
                  <a16:creationId xmlns:a16="http://schemas.microsoft.com/office/drawing/2014/main" id="{668F85E7-7119-EF60-A8A5-904F148317DD}"/>
                </a:ext>
              </a:extLst>
            </p:cNvPr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799" y="113913"/>
              <a:ext cx="349245" cy="879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14;p17">
              <a:extLst>
                <a:ext uri="{FF2B5EF4-FFF2-40B4-BE49-F238E27FC236}">
                  <a16:creationId xmlns:a16="http://schemas.microsoft.com/office/drawing/2014/main" id="{985973FD-D966-912D-411C-5676E77DFA37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993883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15;p17">
              <a:extLst>
                <a:ext uri="{FF2B5EF4-FFF2-40B4-BE49-F238E27FC236}">
                  <a16:creationId xmlns:a16="http://schemas.microsoft.com/office/drawing/2014/main" id="{02EA336B-BB2B-BB44-D254-0FFB57198EF5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2377091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16;p17">
              <a:extLst>
                <a:ext uri="{FF2B5EF4-FFF2-40B4-BE49-F238E27FC236}">
                  <a16:creationId xmlns:a16="http://schemas.microsoft.com/office/drawing/2014/main" id="{88891B87-1C09-08E3-4E9C-F26233CFD14E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3760298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FF5086D-FE29-1E90-044C-F80EF6C505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24598" y="1625113"/>
            <a:ext cx="9196510" cy="478301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Clr>
                <a:srgbClr val="F0A44B"/>
              </a:buClr>
              <a:buFont typeface="Arial" panose="020B0604020202020204" pitchFamily="34" charset="0"/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lnSpc>
                <a:spcPct val="150000"/>
              </a:lnSpc>
              <a:buClr>
                <a:srgbClr val="F0A44B"/>
              </a:buClr>
              <a:buFont typeface="Arial" panose="020B0604020202020204" pitchFamily="34" charset="0"/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 marL="914400" indent="0">
              <a:lnSpc>
                <a:spcPct val="150000"/>
              </a:lnSpc>
              <a:buClr>
                <a:srgbClr val="F0A44B"/>
              </a:buClr>
              <a:buFont typeface="Arial" panose="020B0604020202020204" pitchFamily="34" charset="0"/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 marL="13716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 marL="182880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03E74E6-0E74-30CC-8A9E-789AA206D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oogle Shape;90;p15">
            <a:extLst>
              <a:ext uri="{FF2B5EF4-FFF2-40B4-BE49-F238E27FC236}">
                <a16:creationId xmlns:a16="http://schemas.microsoft.com/office/drawing/2014/main" id="{E9FA2C5F-2DF5-8D79-793F-8161AC762E26}"/>
              </a:ext>
            </a:extLst>
          </p:cNvPr>
          <p:cNvPicPr preferRelativeResize="0"/>
          <p:nvPr userDrawn="1"/>
        </p:nvPicPr>
        <p:blipFill rotWithShape="1">
          <a:blip r:embed="rId4" cstate="screen">
            <a:alphaModFix amt="1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43269" y="5910263"/>
            <a:ext cx="1217743" cy="5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339E06D-E56A-C13B-62C8-2340DB7161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2627" y="697765"/>
            <a:ext cx="5559673" cy="5023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Confidentiality Statement.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FC0B18-540F-51E0-7512-6B72F64EF9E6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Proprietary &amp; Confidential</a:t>
            </a:r>
          </a:p>
          <a:p>
            <a:endParaRPr lang="en-US" sz="1000">
              <a:solidFill>
                <a:schemeClr val="bg2">
                  <a:lumMod val="90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854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584" userDrawn="1">
          <p15:clr>
            <a:srgbClr val="FBAE40"/>
          </p15:clr>
        </p15:guide>
        <p15:guide id="2" pos="960" userDrawn="1">
          <p15:clr>
            <a:srgbClr val="FBAE40"/>
          </p15:clr>
        </p15:guide>
        <p15:guide id="3" orient="horz" pos="226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">
    <p:bg>
      <p:bgPr>
        <a:solidFill>
          <a:srgbClr val="93C8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12;p17">
            <a:extLst>
              <a:ext uri="{FF2B5EF4-FFF2-40B4-BE49-F238E27FC236}">
                <a16:creationId xmlns:a16="http://schemas.microsoft.com/office/drawing/2014/main" id="{8BF79A75-6AD3-B62B-2CEE-618435D1927B}"/>
              </a:ext>
            </a:extLst>
          </p:cNvPr>
          <p:cNvGrpSpPr/>
          <p:nvPr userDrawn="1"/>
        </p:nvGrpSpPr>
        <p:grpSpPr>
          <a:xfrm rot="10800000">
            <a:off x="2" y="-23952"/>
            <a:ext cx="507998" cy="6896050"/>
            <a:chOff x="-50800" y="113913"/>
            <a:chExt cx="349251" cy="5029587"/>
          </a:xfrm>
        </p:grpSpPr>
        <p:pic>
          <p:nvPicPr>
            <p:cNvPr id="5" name="Google Shape;113;p17">
              <a:extLst>
                <a:ext uri="{FF2B5EF4-FFF2-40B4-BE49-F238E27FC236}">
                  <a16:creationId xmlns:a16="http://schemas.microsoft.com/office/drawing/2014/main" id="{668F85E7-7119-EF60-A8A5-904F148317DD}"/>
                </a:ext>
              </a:extLst>
            </p:cNvPr>
            <p:cNvPicPr preferRelativeResize="0"/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799" y="113913"/>
              <a:ext cx="349245" cy="879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14;p17">
              <a:extLst>
                <a:ext uri="{FF2B5EF4-FFF2-40B4-BE49-F238E27FC236}">
                  <a16:creationId xmlns:a16="http://schemas.microsoft.com/office/drawing/2014/main" id="{985973FD-D966-912D-411C-5676E77DFA37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993883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15;p17">
              <a:extLst>
                <a:ext uri="{FF2B5EF4-FFF2-40B4-BE49-F238E27FC236}">
                  <a16:creationId xmlns:a16="http://schemas.microsoft.com/office/drawing/2014/main" id="{02EA336B-BB2B-BB44-D254-0FFB57198EF5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2377091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16;p17">
              <a:extLst>
                <a:ext uri="{FF2B5EF4-FFF2-40B4-BE49-F238E27FC236}">
                  <a16:creationId xmlns:a16="http://schemas.microsoft.com/office/drawing/2014/main" id="{88891B87-1C09-08E3-4E9C-F26233CFD14E}"/>
                </a:ext>
              </a:extLst>
            </p:cNvPr>
            <p:cNvPicPr preferRelativeResize="0"/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50800" y="3760298"/>
              <a:ext cx="349251" cy="13832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Google Shape;226;p29">
            <a:extLst>
              <a:ext uri="{FF2B5EF4-FFF2-40B4-BE49-F238E27FC236}">
                <a16:creationId xmlns:a16="http://schemas.microsoft.com/office/drawing/2014/main" id="{E130A4DC-CEDF-FAFE-95EB-56BDD434B56B}"/>
              </a:ext>
            </a:extLst>
          </p:cNvPr>
          <p:cNvSpPr/>
          <p:nvPr userDrawn="1"/>
        </p:nvSpPr>
        <p:spPr>
          <a:xfrm>
            <a:off x="507999" y="0"/>
            <a:ext cx="4780898" cy="6883483"/>
          </a:xfrm>
          <a:prstGeom prst="rect">
            <a:avLst/>
          </a:prstGeom>
          <a:solidFill>
            <a:srgbClr val="EEEF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227;p29">
            <a:extLst>
              <a:ext uri="{FF2B5EF4-FFF2-40B4-BE49-F238E27FC236}">
                <a16:creationId xmlns:a16="http://schemas.microsoft.com/office/drawing/2014/main" id="{99BD69C5-F36E-F5A1-1BB5-94E616055584}"/>
              </a:ext>
            </a:extLst>
          </p:cNvPr>
          <p:cNvSpPr/>
          <p:nvPr userDrawn="1"/>
        </p:nvSpPr>
        <p:spPr>
          <a:xfrm>
            <a:off x="1813487" y="-12229"/>
            <a:ext cx="6141515" cy="6905398"/>
          </a:xfrm>
          <a:prstGeom prst="ellipse">
            <a:avLst/>
          </a:prstGeom>
          <a:solidFill>
            <a:srgbClr val="EEEF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Google Shape;234;p29">
            <a:extLst>
              <a:ext uri="{FF2B5EF4-FFF2-40B4-BE49-F238E27FC236}">
                <a16:creationId xmlns:a16="http://schemas.microsoft.com/office/drawing/2014/main" id="{D6148C73-848A-8D82-8A61-B58419ED5033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60984" y="2514050"/>
            <a:ext cx="2273477" cy="102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36;p29">
            <a:extLst>
              <a:ext uri="{FF2B5EF4-FFF2-40B4-BE49-F238E27FC236}">
                <a16:creationId xmlns:a16="http://schemas.microsoft.com/office/drawing/2014/main" id="{84A8AFA1-D097-91F9-40B6-FA86B7B15DDC}"/>
              </a:ext>
            </a:extLst>
          </p:cNvPr>
          <p:cNvSpPr txBox="1"/>
          <p:nvPr userDrawn="1"/>
        </p:nvSpPr>
        <p:spPr>
          <a:xfrm>
            <a:off x="7883679" y="3599352"/>
            <a:ext cx="4628085" cy="562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www.thegroove.io</a:t>
            </a:r>
            <a:endParaRPr sz="16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B1E8C40-6A55-C48C-871D-CD0FA4A83C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12875" y="2133844"/>
            <a:ext cx="4683125" cy="76041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Contact Us!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8AA11B9-FB78-DAEE-B496-4EF1E1CD9B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09700" y="3995616"/>
            <a:ext cx="4167188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jdoe@thegroove.io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97CC3B7-1E0D-CC7B-F70D-330E53A11D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09700" y="3601468"/>
            <a:ext cx="4167188" cy="377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555-555-5555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10E0600C-7C83-6C4B-EA49-A0F3685B3E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09700" y="3217875"/>
            <a:ext cx="4167188" cy="3778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US"/>
              <a:t>First Name, Last Name</a:t>
            </a:r>
          </a:p>
        </p:txBody>
      </p:sp>
    </p:spTree>
    <p:extLst>
      <p:ext uri="{BB962C8B-B14F-4D97-AF65-F5344CB8AC3E}">
        <p14:creationId xmlns:p14="http://schemas.microsoft.com/office/powerpoint/2010/main" val="916386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584" userDrawn="1">
          <p15:clr>
            <a:srgbClr val="FBAE40"/>
          </p15:clr>
        </p15:guide>
        <p15:guide id="2" pos="936" userDrawn="1">
          <p15:clr>
            <a:srgbClr val="FBAE40"/>
          </p15:clr>
        </p15:guide>
        <p15:guide id="3" orient="horz" pos="226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Thank You Slide">
    <p:bg>
      <p:bgPr>
        <a:solidFill>
          <a:srgbClr val="93C847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08;p26">
            <a:extLst>
              <a:ext uri="{FF2B5EF4-FFF2-40B4-BE49-F238E27FC236}">
                <a16:creationId xmlns:a16="http://schemas.microsoft.com/office/drawing/2014/main" id="{30E89CAB-8451-BA75-3D86-8ACF9368ADF2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 amt="4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5050"/>
            <a:ext cx="12192000" cy="68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54;p31">
            <a:extLst>
              <a:ext uri="{FF2B5EF4-FFF2-40B4-BE49-F238E27FC236}">
                <a16:creationId xmlns:a16="http://schemas.microsoft.com/office/drawing/2014/main" id="{FDF6D7B5-8441-E1A9-07BC-E24AEAE978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3C847">
              <a:alpha val="685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55;p31">
            <a:extLst>
              <a:ext uri="{FF2B5EF4-FFF2-40B4-BE49-F238E27FC236}">
                <a16:creationId xmlns:a16="http://schemas.microsoft.com/office/drawing/2014/main" id="{297208A7-2FF5-EBE1-7DED-B557B8A9B12F}"/>
              </a:ext>
            </a:extLst>
          </p:cNvPr>
          <p:cNvSpPr txBox="1"/>
          <p:nvPr userDrawn="1"/>
        </p:nvSpPr>
        <p:spPr>
          <a:xfrm>
            <a:off x="3993439" y="2692140"/>
            <a:ext cx="4205123" cy="10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 you.</a:t>
            </a:r>
            <a:endParaRPr sz="59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7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" name="Google Shape;256;p31">
            <a:extLst>
              <a:ext uri="{FF2B5EF4-FFF2-40B4-BE49-F238E27FC236}">
                <a16:creationId xmlns:a16="http://schemas.microsoft.com/office/drawing/2014/main" id="{95E471CE-31A2-124B-657D-8ED2A7DBE7AD}"/>
              </a:ext>
            </a:extLst>
          </p:cNvPr>
          <p:cNvPicPr preferRelativeResize="0"/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625" y="4398075"/>
            <a:ext cx="1492750" cy="6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57;p31">
            <a:extLst>
              <a:ext uri="{FF2B5EF4-FFF2-40B4-BE49-F238E27FC236}">
                <a16:creationId xmlns:a16="http://schemas.microsoft.com/office/drawing/2014/main" id="{10644AFA-85AA-442E-9866-B028C157DAE9}"/>
              </a:ext>
            </a:extLst>
          </p:cNvPr>
          <p:cNvSpPr txBox="1"/>
          <p:nvPr userDrawn="1"/>
        </p:nvSpPr>
        <p:spPr>
          <a:xfrm>
            <a:off x="3311769" y="3584066"/>
            <a:ext cx="5568462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 more information, visit www.thegroove.io</a:t>
            </a:r>
            <a:endParaRPr sz="16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651125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ext Left Image Right">
  <p:cSld name="2_Text Left Image Right">
    <p:bg>
      <p:bgPr>
        <a:solidFill>
          <a:srgbClr val="EEEFF4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6" descr="A group of people working together&#10;&#10;Description automatically generated"/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2922"/>
          <a:stretch/>
        </p:blipFill>
        <p:spPr>
          <a:xfrm>
            <a:off x="0" y="0"/>
            <a:ext cx="695894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0" name="Google Shape;210;p26"/>
          <p:cNvGrpSpPr/>
          <p:nvPr/>
        </p:nvGrpSpPr>
        <p:grpSpPr>
          <a:xfrm>
            <a:off x="11720167" y="-9438"/>
            <a:ext cx="548033" cy="6865936"/>
            <a:chOff x="2" y="-23948"/>
            <a:chExt cx="347435" cy="5167499"/>
          </a:xfrm>
        </p:grpSpPr>
        <p:pic>
          <p:nvPicPr>
            <p:cNvPr id="211" name="Google Shape;211;p26"/>
            <p:cNvPicPr preferRelativeResize="0"/>
            <p:nvPr/>
          </p:nvPicPr>
          <p:blipFill rotWithShape="1">
            <a:blip r:embed="rId3">
              <a:alphaModFix/>
            </a:blip>
            <a:srcRect l="33287" r="33287"/>
            <a:stretch/>
          </p:blipFill>
          <p:spPr>
            <a:xfrm rot="10800000">
              <a:off x="6" y="4104096"/>
              <a:ext cx="347430" cy="10394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" name="Google Shape;212;p26"/>
            <p:cNvPicPr preferRelativeResize="0"/>
            <p:nvPr/>
          </p:nvPicPr>
          <p:blipFill rotWithShape="1">
            <a:blip r:embed="rId3">
              <a:alphaModFix/>
            </a:blip>
            <a:srcRect l="37374" r="37375"/>
            <a:stretch/>
          </p:blipFill>
          <p:spPr>
            <a:xfrm rot="10800000">
              <a:off x="2" y="2728082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26"/>
            <p:cNvPicPr preferRelativeResize="0"/>
            <p:nvPr/>
          </p:nvPicPr>
          <p:blipFill rotWithShape="1">
            <a:blip r:embed="rId3">
              <a:alphaModFix/>
            </a:blip>
            <a:srcRect l="37374" r="37375"/>
            <a:stretch/>
          </p:blipFill>
          <p:spPr>
            <a:xfrm rot="10800000">
              <a:off x="2" y="1352067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" name="Google Shape;214;p26"/>
            <p:cNvPicPr preferRelativeResize="0"/>
            <p:nvPr/>
          </p:nvPicPr>
          <p:blipFill rotWithShape="1">
            <a:blip r:embed="rId3">
              <a:alphaModFix/>
            </a:blip>
            <a:srcRect l="37374" r="37375"/>
            <a:stretch/>
          </p:blipFill>
          <p:spPr>
            <a:xfrm rot="10800000">
              <a:off x="2" y="-23948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5" name="Google Shape;215;p26"/>
          <p:cNvPicPr preferRelativeResize="0"/>
          <p:nvPr/>
        </p:nvPicPr>
        <p:blipFill rotWithShape="1">
          <a:blip r:embed="rId4">
            <a:alphaModFix amt="64000"/>
          </a:blip>
          <a:srcRect/>
          <a:stretch/>
        </p:blipFill>
        <p:spPr>
          <a:xfrm>
            <a:off x="380069" y="6011863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6"/>
          <p:cNvSpPr txBox="1">
            <a:spLocks noGrp="1"/>
          </p:cNvSpPr>
          <p:nvPr>
            <p:ph type="title"/>
          </p:nvPr>
        </p:nvSpPr>
        <p:spPr>
          <a:xfrm>
            <a:off x="5189581" y="692855"/>
            <a:ext cx="5497469" cy="495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" name="Google Shape;217;p26"/>
          <p:cNvSpPr txBox="1">
            <a:spLocks noGrp="1"/>
          </p:cNvSpPr>
          <p:nvPr>
            <p:ph type="body" idx="1"/>
          </p:nvPr>
        </p:nvSpPr>
        <p:spPr>
          <a:xfrm>
            <a:off x="5208882" y="1614302"/>
            <a:ext cx="5478168" cy="397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8" name="Google Shape;218;p26"/>
          <p:cNvSpPr txBox="1"/>
          <p:nvPr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Proprietary &amp; Confidential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D0CECE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19" name="Google Shape;219;p26"/>
          <p:cNvSpPr txBox="1">
            <a:spLocks noGrp="1"/>
          </p:cNvSpPr>
          <p:nvPr>
            <p:ph type="sldNum" idx="12"/>
          </p:nvPr>
        </p:nvSpPr>
        <p:spPr>
          <a:xfrm>
            <a:off x="9283700" y="64579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7022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584">
          <p15:clr>
            <a:srgbClr val="FBAE40"/>
          </p15:clr>
        </p15:guide>
        <p15:guide id="2" pos="3552">
          <p15:clr>
            <a:srgbClr val="FBAE40"/>
          </p15:clr>
        </p15:guide>
        <p15:guide id="3" orient="horz" pos="226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solidFill>
          <a:srgbClr val="756A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7B9212-6C5A-B4B7-39AA-AD4BFAFE4CB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grpSp>
        <p:nvGrpSpPr>
          <p:cNvPr id="4" name="Google Shape;144;p33">
            <a:extLst>
              <a:ext uri="{FF2B5EF4-FFF2-40B4-BE49-F238E27FC236}">
                <a16:creationId xmlns:a16="http://schemas.microsoft.com/office/drawing/2014/main" id="{AF56B439-66C9-D1D1-8208-9739EC4BFDDE}"/>
              </a:ext>
            </a:extLst>
          </p:cNvPr>
          <p:cNvGrpSpPr/>
          <p:nvPr userDrawn="1"/>
        </p:nvGrpSpPr>
        <p:grpSpPr>
          <a:xfrm rot="5400000">
            <a:off x="2789865" y="-2803451"/>
            <a:ext cx="502669" cy="6109586"/>
            <a:chOff x="2" y="-23948"/>
            <a:chExt cx="347435" cy="4599553"/>
          </a:xfrm>
        </p:grpSpPr>
        <p:pic>
          <p:nvPicPr>
            <p:cNvPr id="5" name="Google Shape;145;p33">
              <a:extLst>
                <a:ext uri="{FF2B5EF4-FFF2-40B4-BE49-F238E27FC236}">
                  <a16:creationId xmlns:a16="http://schemas.microsoft.com/office/drawing/2014/main" id="{7476E208-A2AB-F958-DAFC-67FAF00009D3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3284" t="54638" r="33290"/>
            <a:stretch/>
          </p:blipFill>
          <p:spPr>
            <a:xfrm rot="10800000">
              <a:off x="16" y="4104100"/>
              <a:ext cx="347420" cy="4715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46;p33">
              <a:extLst>
                <a:ext uri="{FF2B5EF4-FFF2-40B4-BE49-F238E27FC236}">
                  <a16:creationId xmlns:a16="http://schemas.microsoft.com/office/drawing/2014/main" id="{A4DDFC2C-0F77-FBD0-0346-7F21474DCF7A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7374" r="37374"/>
            <a:stretch/>
          </p:blipFill>
          <p:spPr>
            <a:xfrm rot="10800000">
              <a:off x="2" y="2728082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147;p33">
              <a:extLst>
                <a:ext uri="{FF2B5EF4-FFF2-40B4-BE49-F238E27FC236}">
                  <a16:creationId xmlns:a16="http://schemas.microsoft.com/office/drawing/2014/main" id="{3C3EF074-E80B-D10B-9493-9233C51AC09F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7374" r="37374"/>
            <a:stretch/>
          </p:blipFill>
          <p:spPr>
            <a:xfrm rot="10800000">
              <a:off x="2" y="1352067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148;p33">
              <a:extLst>
                <a:ext uri="{FF2B5EF4-FFF2-40B4-BE49-F238E27FC236}">
                  <a16:creationId xmlns:a16="http://schemas.microsoft.com/office/drawing/2014/main" id="{F031CE4F-D73C-9010-B5AF-1CB1E09F8B8C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7374" r="37374"/>
            <a:stretch/>
          </p:blipFill>
          <p:spPr>
            <a:xfrm rot="10800000">
              <a:off x="2" y="-23948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" name="Google Shape;149;p33">
            <a:extLst>
              <a:ext uri="{FF2B5EF4-FFF2-40B4-BE49-F238E27FC236}">
                <a16:creationId xmlns:a16="http://schemas.microsoft.com/office/drawing/2014/main" id="{F6534BBF-50E8-1B60-5DBE-3F73CBF8DA71}"/>
              </a:ext>
            </a:extLst>
          </p:cNvPr>
          <p:cNvGrpSpPr/>
          <p:nvPr userDrawn="1"/>
        </p:nvGrpSpPr>
        <p:grpSpPr>
          <a:xfrm rot="5400000">
            <a:off x="8892661" y="-2796659"/>
            <a:ext cx="502677" cy="6095993"/>
            <a:chOff x="-4" y="554232"/>
            <a:chExt cx="347441" cy="4589319"/>
          </a:xfrm>
        </p:grpSpPr>
        <p:pic>
          <p:nvPicPr>
            <p:cNvPr id="10" name="Google Shape;150;p33">
              <a:extLst>
                <a:ext uri="{FF2B5EF4-FFF2-40B4-BE49-F238E27FC236}">
                  <a16:creationId xmlns:a16="http://schemas.microsoft.com/office/drawing/2014/main" id="{EF0393FB-F0C7-9D4D-7380-5F6180306495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3285" r="33288"/>
            <a:stretch/>
          </p:blipFill>
          <p:spPr>
            <a:xfrm rot="10800000">
              <a:off x="6" y="4104096"/>
              <a:ext cx="347430" cy="10394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51;p33">
              <a:extLst>
                <a:ext uri="{FF2B5EF4-FFF2-40B4-BE49-F238E27FC236}">
                  <a16:creationId xmlns:a16="http://schemas.microsoft.com/office/drawing/2014/main" id="{679DD34F-039F-998C-DF3F-4009DDE1587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7374" r="37374"/>
            <a:stretch/>
          </p:blipFill>
          <p:spPr>
            <a:xfrm rot="10800000">
              <a:off x="2" y="2728082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52;p33">
              <a:extLst>
                <a:ext uri="{FF2B5EF4-FFF2-40B4-BE49-F238E27FC236}">
                  <a16:creationId xmlns:a16="http://schemas.microsoft.com/office/drawing/2014/main" id="{D2A8CDBC-F056-4A21-3295-623E0C1AD077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7374" r="37374"/>
            <a:stretch/>
          </p:blipFill>
          <p:spPr>
            <a:xfrm rot="10800000">
              <a:off x="2" y="1352067"/>
              <a:ext cx="347435" cy="13760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53;p33">
              <a:extLst>
                <a:ext uri="{FF2B5EF4-FFF2-40B4-BE49-F238E27FC236}">
                  <a16:creationId xmlns:a16="http://schemas.microsoft.com/office/drawing/2014/main" id="{37F150E0-77CD-6BDB-E9B0-50763CEDD7FA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37374" r="37374" b="42018"/>
            <a:stretch/>
          </p:blipFill>
          <p:spPr>
            <a:xfrm rot="10800000">
              <a:off x="-4" y="554232"/>
              <a:ext cx="347440" cy="7978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" name="Google Shape;142;p33">
            <a:extLst>
              <a:ext uri="{FF2B5EF4-FFF2-40B4-BE49-F238E27FC236}">
                <a16:creationId xmlns:a16="http://schemas.microsoft.com/office/drawing/2014/main" id="{F8D69C51-D7F8-C039-A667-B8E8A3A0AA2C}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64000"/>
          </a:blip>
          <a:srcRect/>
          <a:stretch/>
        </p:blipFill>
        <p:spPr>
          <a:xfrm>
            <a:off x="10789920" y="5892457"/>
            <a:ext cx="1220131" cy="5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17;p29">
            <a:extLst>
              <a:ext uri="{FF2B5EF4-FFF2-40B4-BE49-F238E27FC236}">
                <a16:creationId xmlns:a16="http://schemas.microsoft.com/office/drawing/2014/main" id="{78B60632-FF21-4310-A15B-8DC6F98A8846}"/>
              </a:ext>
            </a:extLst>
          </p:cNvPr>
          <p:cNvSpPr txBox="1"/>
          <p:nvPr userDrawn="1"/>
        </p:nvSpPr>
        <p:spPr>
          <a:xfrm>
            <a:off x="5194300" y="6503738"/>
            <a:ext cx="27432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D0CECE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Proprietary &amp; Confidential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D0CECE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841318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606D1D-43F4-17F6-CF27-78C417C4C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83700" y="64579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2">
                    <a:lumMod val="90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fld id="{5B813820-7CB1-4929-ACBA-7A51E3F595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539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1" r:id="rId2"/>
    <p:sldLayoutId id="2147483690" r:id="rId3"/>
    <p:sldLayoutId id="2147483663" r:id="rId4"/>
    <p:sldLayoutId id="2147483674" r:id="rId5"/>
    <p:sldLayoutId id="2147483675" r:id="rId6"/>
    <p:sldLayoutId id="2147483678" r:id="rId7"/>
    <p:sldLayoutId id="2147483682" r:id="rId8"/>
    <p:sldLayoutId id="2147483683" r:id="rId9"/>
    <p:sldLayoutId id="2147483684" r:id="rId10"/>
    <p:sldLayoutId id="2147483686" r:id="rId11"/>
    <p:sldLayoutId id="2147483676" r:id="rId12"/>
    <p:sldLayoutId id="2147483677" r:id="rId13"/>
    <p:sldLayoutId id="2147483685" r:id="rId14"/>
    <p:sldLayoutId id="2147483679" r:id="rId15"/>
    <p:sldLayoutId id="2147483680" r:id="rId16"/>
    <p:sldLayoutId id="2147483681" r:id="rId17"/>
    <p:sldLayoutId id="2147483688" r:id="rId18"/>
    <p:sldLayoutId id="2147483689" r:id="rId19"/>
    <p:sldLayoutId id="2147483687" r:id="rId20"/>
    <p:sldLayoutId id="2147483691" r:id="rId21"/>
    <p:sldLayoutId id="2147483692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bg1"/>
          </a:solidFill>
          <a:latin typeface="Poppins Light" panose="00000400000000000000" pitchFamily="2" charset="0"/>
          <a:ea typeface="+mn-ea"/>
          <a:cs typeface="Poppins Light" panose="000004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forum.developer.workday.com/t/workday-extend-kss-november-5-2024-rest-batch-protocol/16983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orum.developer.workday.com/t/workday-extend-kss-september-17-2024-synchronous-orchestrations/14994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forum.developer.workday.com/t/workday-extend-kss-february-4-2025-pmd-script-optimization/19916" TargetMode="Externa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C09B-0487-F89B-ED16-DBF366F87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Page Performance Optimization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517C1-981B-BA95-47DE-EF315E48E8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396"/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Beating the World Wide Wait</a:t>
            </a:r>
          </a:p>
        </p:txBody>
      </p:sp>
      <p:pic>
        <p:nvPicPr>
          <p:cNvPr id="4" name="Picture 3" descr="A group of colorful circles&#10;&#10;Description automatically generated">
            <a:extLst>
              <a:ext uri="{FF2B5EF4-FFF2-40B4-BE49-F238E27FC236}">
                <a16:creationId xmlns:a16="http://schemas.microsoft.com/office/drawing/2014/main" id="{81C863BD-44A4-ADA2-31E2-A53F6F0E330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9044" r="37912"/>
          <a:stretch/>
        </p:blipFill>
        <p:spPr>
          <a:xfrm>
            <a:off x="12342251" y="4392138"/>
            <a:ext cx="568207" cy="2465863"/>
          </a:xfrm>
          <a:prstGeom prst="rect">
            <a:avLst/>
          </a:prstGeom>
          <a:solidFill>
            <a:srgbClr val="93C946"/>
          </a:solidFill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16E8F9-0854-FC45-A230-A16323D8BECE}"/>
              </a:ext>
            </a:extLst>
          </p:cNvPr>
          <p:cNvSpPr txBox="1"/>
          <p:nvPr/>
        </p:nvSpPr>
        <p:spPr>
          <a:xfrm>
            <a:off x="215154" y="6407986"/>
            <a:ext cx="2008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Jan 20 2026</a:t>
            </a:r>
          </a:p>
        </p:txBody>
      </p:sp>
    </p:spTree>
    <p:extLst>
      <p:ext uri="{BB962C8B-B14F-4D97-AF65-F5344CB8AC3E}">
        <p14:creationId xmlns:p14="http://schemas.microsoft.com/office/powerpoint/2010/main" val="4244697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BF957-B2BC-A2AB-D8E7-8109EEAEC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1A821-CBF6-CF6D-2F3D-E0280C1BE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Optimization Choices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4193ED-77F5-C943-96DF-2330492D2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14350" indent="-285750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756BA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56BA2"/>
                </a:solidFill>
                <a:latin typeface="Poppins"/>
                <a:ea typeface="Poppins"/>
                <a:cs typeface="Poppins"/>
                <a:sym typeface="Poppins"/>
              </a:rPr>
              <a:t>Page Load Order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56BA2"/>
                </a:solidFill>
                <a:latin typeface="Poppins"/>
                <a:ea typeface="Poppins"/>
                <a:cs typeface="Poppins"/>
                <a:sym typeface="Poppins"/>
              </a:rPr>
              <a:t>Inbound Data Performance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756BA2"/>
                </a:solidFill>
                <a:latin typeface="Poppins"/>
                <a:ea typeface="Poppins"/>
                <a:cs typeface="Poppins"/>
                <a:sym typeface="Poppins"/>
              </a:rPr>
              <a:t>OnLoad</a:t>
            </a:r>
            <a:r>
              <a:rPr lang="en-US" sz="2400" b="1" dirty="0">
                <a:solidFill>
                  <a:srgbClr val="756BA2"/>
                </a:solidFill>
                <a:latin typeface="Poppins"/>
                <a:ea typeface="Poppins"/>
                <a:cs typeface="Poppins"/>
                <a:sym typeface="Poppins"/>
              </a:rPr>
              <a:t> and Scripting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756BA2"/>
                </a:solidFill>
                <a:latin typeface="Poppins"/>
                <a:ea typeface="Poppins"/>
                <a:cs typeface="Poppins"/>
                <a:sym typeface="Poppins"/>
              </a:rPr>
              <a:t>Page Widget Performance</a:t>
            </a:r>
          </a:p>
          <a:p>
            <a:pPr marL="685800" lvl="1" indent="0"/>
            <a:endParaRPr lang="en-US" sz="2400" b="1" dirty="0">
              <a:solidFill>
                <a:srgbClr val="756BA2"/>
              </a:solidFill>
              <a:latin typeface="Poppins"/>
              <a:ea typeface="Poppins"/>
              <a:cs typeface="Poppins"/>
              <a:sym typeface="Poppin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30220-B2CC-2263-8942-6C61CB0D37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68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C764FD2-A24A-4FC5-7384-A1AA187589A8}"/>
              </a:ext>
            </a:extLst>
          </p:cNvPr>
          <p:cNvSpPr txBox="1"/>
          <p:nvPr/>
        </p:nvSpPr>
        <p:spPr>
          <a:xfrm>
            <a:off x="1536700" y="2832100"/>
            <a:ext cx="8509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</a:rPr>
              <a:t>Page Load Order</a:t>
            </a:r>
          </a:p>
        </p:txBody>
      </p:sp>
    </p:spTree>
    <p:extLst>
      <p:ext uri="{BB962C8B-B14F-4D97-AF65-F5344CB8AC3E}">
        <p14:creationId xmlns:p14="http://schemas.microsoft.com/office/powerpoint/2010/main" val="3164390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39E3E-5BE6-2209-4CC7-710D9C441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>
                <a:latin typeface="Poppins" panose="00000500000000000000" pitchFamily="2" charset="0"/>
                <a:cs typeface="Poppins" panose="00000500000000000000" pitchFamily="2" charset="0"/>
              </a:rPr>
              <a:pPr/>
              <a:t>4</a:t>
            </a:fld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Picture 4" descr="A group of colorful circles&#10;&#10;Description automatically generated">
            <a:extLst>
              <a:ext uri="{FF2B5EF4-FFF2-40B4-BE49-F238E27FC236}">
                <a16:creationId xmlns:a16="http://schemas.microsoft.com/office/drawing/2014/main" id="{1F9F3366-B3DE-6A7D-AB9F-422344D3FBB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9044" r="37912"/>
          <a:stretch/>
        </p:blipFill>
        <p:spPr>
          <a:xfrm>
            <a:off x="12342251" y="4392138"/>
            <a:ext cx="568207" cy="2465863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C1C58C7-5A90-E69D-F212-0A81B863A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Page Load Order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4B5866-9F3A-62A0-7F78-26C0B54604E0}"/>
              </a:ext>
            </a:extLst>
          </p:cNvPr>
          <p:cNvSpPr txBox="1"/>
          <p:nvPr/>
        </p:nvSpPr>
        <p:spPr>
          <a:xfrm>
            <a:off x="2786576" y="1699736"/>
            <a:ext cx="5695950" cy="369332"/>
          </a:xfrm>
          <a:prstGeom prst="rect">
            <a:avLst/>
          </a:prstGeom>
          <a:solidFill>
            <a:schemeClr val="accent6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Endpoints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1A4A03-A9D1-CC5C-477E-F60E86326489}"/>
              </a:ext>
            </a:extLst>
          </p:cNvPr>
          <p:cNvSpPr txBox="1"/>
          <p:nvPr/>
        </p:nvSpPr>
        <p:spPr>
          <a:xfrm>
            <a:off x="2786576" y="2437368"/>
            <a:ext cx="5695950" cy="369332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OnLoad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69D95A-0BFE-F61F-56EF-83C476407999}"/>
              </a:ext>
            </a:extLst>
          </p:cNvPr>
          <p:cNvSpPr txBox="1"/>
          <p:nvPr/>
        </p:nvSpPr>
        <p:spPr>
          <a:xfrm>
            <a:off x="2786576" y="3173968"/>
            <a:ext cx="5695950" cy="369332"/>
          </a:xfrm>
          <a:prstGeom prst="rect">
            <a:avLst/>
          </a:prstGeom>
          <a:solidFill>
            <a:schemeClr val="accent6"/>
          </a:solidFill>
          <a:ln>
            <a:solidFill>
              <a:schemeClr val="accent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/>
              <a:t>Widgets Load in Declaration Order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2200A3-C7BC-5BB3-A128-86ACBBA8CD2F}"/>
              </a:ext>
            </a:extLst>
          </p:cNvPr>
          <p:cNvSpPr txBox="1"/>
          <p:nvPr/>
        </p:nvSpPr>
        <p:spPr>
          <a:xfrm>
            <a:off x="2786576" y="3889003"/>
            <a:ext cx="5695950" cy="369332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User Activities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70B9B3-11BA-F831-109D-660CDA903E7A}"/>
              </a:ext>
            </a:extLst>
          </p:cNvPr>
          <p:cNvSpPr txBox="1"/>
          <p:nvPr/>
        </p:nvSpPr>
        <p:spPr>
          <a:xfrm>
            <a:off x="2786576" y="4633437"/>
            <a:ext cx="5695950" cy="369332"/>
          </a:xfrm>
          <a:prstGeom prst="rect">
            <a:avLst/>
          </a:prstGeom>
          <a:solidFill>
            <a:schemeClr val="accent6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OnSubmit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479C54-A918-9861-8D9E-3AFCD57912B1}"/>
              </a:ext>
            </a:extLst>
          </p:cNvPr>
          <p:cNvSpPr txBox="1"/>
          <p:nvPr/>
        </p:nvSpPr>
        <p:spPr>
          <a:xfrm>
            <a:off x="2786576" y="5353269"/>
            <a:ext cx="5695950" cy="369332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Outbound Endpoints</a:t>
            </a:r>
          </a:p>
        </p:txBody>
      </p:sp>
      <p:sp>
        <p:nvSpPr>
          <p:cNvPr id="13" name="Arrow: Curved Right 12">
            <a:extLst>
              <a:ext uri="{FF2B5EF4-FFF2-40B4-BE49-F238E27FC236}">
                <a16:creationId xmlns:a16="http://schemas.microsoft.com/office/drawing/2014/main" id="{B334F92F-DFE0-38CE-AAF3-63FFB1489BAD}"/>
              </a:ext>
            </a:extLst>
          </p:cNvPr>
          <p:cNvSpPr/>
          <p:nvPr/>
        </p:nvSpPr>
        <p:spPr>
          <a:xfrm>
            <a:off x="2354776" y="1859002"/>
            <a:ext cx="419100" cy="844550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Arrow: Curved Right 13">
            <a:extLst>
              <a:ext uri="{FF2B5EF4-FFF2-40B4-BE49-F238E27FC236}">
                <a16:creationId xmlns:a16="http://schemas.microsoft.com/office/drawing/2014/main" id="{E7FEB6BB-C28B-C984-CE16-1D814600E672}"/>
              </a:ext>
            </a:extLst>
          </p:cNvPr>
          <p:cNvSpPr/>
          <p:nvPr/>
        </p:nvSpPr>
        <p:spPr>
          <a:xfrm>
            <a:off x="2367476" y="3373079"/>
            <a:ext cx="419100" cy="844550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row: Curved Right 14">
            <a:extLst>
              <a:ext uri="{FF2B5EF4-FFF2-40B4-BE49-F238E27FC236}">
                <a16:creationId xmlns:a16="http://schemas.microsoft.com/office/drawing/2014/main" id="{D434F36D-6012-686E-B5F6-FFD49E4EFC26}"/>
              </a:ext>
            </a:extLst>
          </p:cNvPr>
          <p:cNvSpPr/>
          <p:nvPr/>
        </p:nvSpPr>
        <p:spPr>
          <a:xfrm>
            <a:off x="2367476" y="4755744"/>
            <a:ext cx="419100" cy="844550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Arrow: Curved Left 16">
            <a:extLst>
              <a:ext uri="{FF2B5EF4-FFF2-40B4-BE49-F238E27FC236}">
                <a16:creationId xmlns:a16="http://schemas.microsoft.com/office/drawing/2014/main" id="{5B0C3C71-EEFA-788B-A040-DD975447AA7B}"/>
              </a:ext>
            </a:extLst>
          </p:cNvPr>
          <p:cNvSpPr/>
          <p:nvPr/>
        </p:nvSpPr>
        <p:spPr>
          <a:xfrm>
            <a:off x="8488876" y="4008496"/>
            <a:ext cx="412750" cy="893703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Arrow: Curved Left 17">
            <a:extLst>
              <a:ext uri="{FF2B5EF4-FFF2-40B4-BE49-F238E27FC236}">
                <a16:creationId xmlns:a16="http://schemas.microsoft.com/office/drawing/2014/main" id="{E3B59A2C-7B41-1FF2-A58C-D010FA75196B}"/>
              </a:ext>
            </a:extLst>
          </p:cNvPr>
          <p:cNvSpPr/>
          <p:nvPr/>
        </p:nvSpPr>
        <p:spPr>
          <a:xfrm>
            <a:off x="8495226" y="2588637"/>
            <a:ext cx="412750" cy="893703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1636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A1A78-1BE2-DC33-41B2-F88DED64E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640DAD3-C5D3-2712-4778-F18580FB41BF}"/>
              </a:ext>
            </a:extLst>
          </p:cNvPr>
          <p:cNvSpPr txBox="1"/>
          <p:nvPr/>
        </p:nvSpPr>
        <p:spPr>
          <a:xfrm>
            <a:off x="1536700" y="2832100"/>
            <a:ext cx="8509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</a:rPr>
              <a:t>Inbound Data Performance</a:t>
            </a:r>
          </a:p>
        </p:txBody>
      </p:sp>
    </p:spTree>
    <p:extLst>
      <p:ext uri="{BB962C8B-B14F-4D97-AF65-F5344CB8AC3E}">
        <p14:creationId xmlns:p14="http://schemas.microsoft.com/office/powerpoint/2010/main" val="3632366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B883D-16CA-C70F-D780-409E05280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0A88E-3997-86C1-EF26-EC42A5408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en-US" dirty="0">
                <a:latin typeface="Poppins"/>
                <a:cs typeface="Poppins"/>
              </a:rPr>
              <a:t>Data Is Usually The Problem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2853B-FDDF-BAC9-A4D7-8A7940A9B4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>
            <a:normAutofit/>
          </a:bodyPr>
          <a:lstStyle/>
          <a:p>
            <a:pPr marL="342900" indent="-342900">
              <a:buChar char="•"/>
            </a:pPr>
            <a:r>
              <a:rPr lang="en-US" sz="2400" dirty="0">
                <a:latin typeface="Calibri"/>
                <a:ea typeface="Calibri"/>
                <a:cs typeface="Poppins Light"/>
              </a:rPr>
              <a:t>Too Much Data</a:t>
            </a:r>
            <a:endParaRPr lang="en-US" dirty="0"/>
          </a:p>
          <a:p>
            <a:pPr marL="342900" indent="-342900">
              <a:buChar char="•"/>
            </a:pPr>
            <a:r>
              <a:rPr lang="en-US" sz="2400" dirty="0">
                <a:latin typeface="Calibri"/>
                <a:ea typeface="Calibri"/>
                <a:cs typeface="Poppins Light"/>
              </a:rPr>
              <a:t>"How can I show my user 1000 Rows?"</a:t>
            </a:r>
            <a:endParaRPr lang="en-US" sz="2400" dirty="0">
              <a:latin typeface="Calibri"/>
              <a:ea typeface="Calibri"/>
            </a:endParaRPr>
          </a:p>
          <a:p>
            <a:pPr marL="342900" indent="-342900">
              <a:buChar char="•"/>
            </a:pPr>
            <a:r>
              <a:rPr lang="en-US" sz="2400" dirty="0">
                <a:latin typeface="Calibri"/>
                <a:ea typeface="Calibri"/>
                <a:cs typeface="Poppins Light"/>
              </a:rPr>
              <a:t>Push back on usability grounds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002C3-4F1D-0C7A-E7B1-12EE387F6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Picture 4" descr="A group of colorful circles&#10;&#10;Description automatically generated">
            <a:extLst>
              <a:ext uri="{FF2B5EF4-FFF2-40B4-BE49-F238E27FC236}">
                <a16:creationId xmlns:a16="http://schemas.microsoft.com/office/drawing/2014/main" id="{8B4DCAAE-FBFE-EA15-D083-C190AE74932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9044" r="37912"/>
          <a:stretch/>
        </p:blipFill>
        <p:spPr>
          <a:xfrm>
            <a:off x="12342251" y="4392138"/>
            <a:ext cx="568206" cy="2465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104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F5155-A298-5627-0386-58AB2C23E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560168-D52D-170D-1820-018AE4DD0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6163" y="674906"/>
            <a:ext cx="5559673" cy="502385"/>
          </a:xfrm>
        </p:spPr>
        <p:txBody>
          <a:bodyPr/>
          <a:lstStyle/>
          <a:p>
            <a:pPr algn="ctr"/>
            <a:r>
              <a:rPr lang="en-US" dirty="0"/>
              <a:t>Parallel vs serial operations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6CC1EA-D450-D6EB-81DC-35EA13665F67}"/>
              </a:ext>
            </a:extLst>
          </p:cNvPr>
          <p:cNvSpPr txBox="1"/>
          <p:nvPr/>
        </p:nvSpPr>
        <p:spPr>
          <a:xfrm>
            <a:off x="5530913" y="1920284"/>
            <a:ext cx="6016680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endParaRPr lang="en-US" sz="2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Calibri"/>
                <a:cs typeface="Calibri"/>
              </a:rPr>
              <a:t>Endpoints Assemble!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Calibri"/>
                <a:cs typeface="Calibri"/>
              </a:rPr>
              <a:t>Endpoints will mostly go in parallel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Calibri"/>
                <a:cs typeface="Calibri"/>
              </a:rPr>
              <a:t>Dependency can cause Sequential processing</a:t>
            </a:r>
          </a:p>
          <a:p>
            <a:endParaRPr lang="en-US" sz="2400" dirty="0">
              <a:ea typeface="Calibri"/>
              <a:cs typeface="Calibri"/>
            </a:endParaRPr>
          </a:p>
          <a:p>
            <a:endParaRPr lang="en-US" sz="2400" dirty="0">
              <a:ea typeface="Calibri"/>
              <a:cs typeface="Calibri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0C547E-D0CD-C3EB-8689-E936E6F56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16" y="1530057"/>
            <a:ext cx="4362450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206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1D104-6829-B7AA-A881-4710D3DFE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962BAA-669F-F0DD-2A37-567F2E6743E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036D432-B406-E76C-4B5D-8CE2AFFC9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029" y="702945"/>
            <a:ext cx="3727081" cy="549275"/>
          </a:xfrm>
        </p:spPr>
        <p:txBody>
          <a:bodyPr>
            <a:normAutofit/>
          </a:bodyPr>
          <a:lstStyle/>
          <a:p>
            <a:r>
              <a:rPr lang="en-US" dirty="0"/>
              <a:t>Batch Protocol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CAB5AC-D176-5A02-1544-CC44526F7CAE}"/>
              </a:ext>
            </a:extLst>
          </p:cNvPr>
          <p:cNvSpPr txBox="1"/>
          <p:nvPr/>
        </p:nvSpPr>
        <p:spPr>
          <a:xfrm>
            <a:off x="1842675" y="1531862"/>
            <a:ext cx="5139509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dirty="0">
                <a:ea typeface="Calibri"/>
                <a:cs typeface="Calibri"/>
              </a:rPr>
              <a:t>Can batch up to 300+ calls</a:t>
            </a:r>
            <a:endParaRPr lang="en-US" dirty="0"/>
          </a:p>
          <a:p>
            <a:pPr marL="342900" indent="-342900">
              <a:buFont typeface="Arial"/>
              <a:buChar char="•"/>
            </a:pPr>
            <a:endParaRPr lang="en-US" sz="24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ea typeface="Calibri"/>
                <a:cs typeface="Calibri"/>
              </a:rPr>
              <a:t>There is a </a:t>
            </a:r>
            <a:r>
              <a:rPr lang="en-US" sz="2400" dirty="0">
                <a:ea typeface="Calibri"/>
                <a:cs typeface="Calibri"/>
                <a:hlinkClick r:id="rId3"/>
              </a:rPr>
              <a:t>KSS on this</a:t>
            </a:r>
            <a:endParaRPr lang="en-US" sz="24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ea typeface="Calibri"/>
                <a:cs typeface="Calibri"/>
              </a:rPr>
              <a:t>Requires POST </a:t>
            </a:r>
          </a:p>
          <a:p>
            <a:pPr marL="800100" lvl="1" indent="-342900">
              <a:buFont typeface="Arial"/>
              <a:buChar char="•"/>
            </a:pPr>
            <a:r>
              <a:rPr lang="en-US" sz="2400" dirty="0">
                <a:ea typeface="Calibri"/>
                <a:cs typeface="Calibri"/>
              </a:rPr>
              <a:t>Look for GET-POST Switcheroo in </a:t>
            </a:r>
            <a:r>
              <a:rPr lang="en-US" sz="2400" dirty="0">
                <a:ea typeface="Calibri"/>
                <a:cs typeface="Calibri"/>
                <a:hlinkClick r:id="rId4"/>
              </a:rPr>
              <a:t>this KSS</a:t>
            </a:r>
            <a:endParaRPr lang="en-US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3047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3B066-4216-791B-61C9-EF893A906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3B88748-0EF4-3F3C-2E8F-BDFEE19D26D1}"/>
              </a:ext>
            </a:extLst>
          </p:cNvPr>
          <p:cNvSpPr txBox="1"/>
          <p:nvPr/>
        </p:nvSpPr>
        <p:spPr>
          <a:xfrm>
            <a:off x="1536700" y="2832100"/>
            <a:ext cx="8509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 err="1">
                <a:solidFill>
                  <a:schemeClr val="bg1"/>
                </a:solidFill>
                <a:sym typeface="Poppins"/>
              </a:rPr>
              <a:t>OnLoad</a:t>
            </a:r>
            <a:r>
              <a:rPr lang="en-US" sz="8000" dirty="0">
                <a:solidFill>
                  <a:schemeClr val="bg1"/>
                </a:solidFill>
                <a:sym typeface="Poppins"/>
              </a:rPr>
              <a:t> and Scripting</a:t>
            </a:r>
          </a:p>
        </p:txBody>
      </p:sp>
    </p:spTree>
    <p:extLst>
      <p:ext uri="{BB962C8B-B14F-4D97-AF65-F5344CB8AC3E}">
        <p14:creationId xmlns:p14="http://schemas.microsoft.com/office/powerpoint/2010/main" val="4105852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8C9BFB-67F7-151E-62E7-20E40E6AB2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+mn-lt"/>
              </a:rPr>
              <a:t>Most common </a:t>
            </a:r>
            <a:r>
              <a:rPr lang="en-US" sz="2400" dirty="0" err="1">
                <a:latin typeface="+mn-lt"/>
              </a:rPr>
              <a:t>Memeroy</a:t>
            </a:r>
            <a:r>
              <a:rPr lang="en-US" sz="2400" dirty="0">
                <a:latin typeface="+mn-lt"/>
              </a:rPr>
              <a:t> Exceed is onload</a:t>
            </a:r>
          </a:p>
          <a:p>
            <a:r>
              <a:rPr lang="en-US" sz="2400" dirty="0">
                <a:latin typeface="+mn-lt"/>
              </a:rPr>
              <a:t>Nested array functions</a:t>
            </a:r>
          </a:p>
          <a:p>
            <a:r>
              <a:rPr lang="en-US" sz="2400" dirty="0">
                <a:latin typeface="+mn-lt"/>
              </a:rPr>
              <a:t>See </a:t>
            </a:r>
            <a:r>
              <a:rPr lang="en-US" sz="2400" dirty="0">
                <a:latin typeface="+mn-lt"/>
                <a:hlinkClick r:id="rId2"/>
              </a:rPr>
              <a:t>this KSS</a:t>
            </a:r>
            <a:endParaRPr lang="en-US" sz="2400" dirty="0">
              <a:latin typeface="+mn-lt"/>
            </a:endParaRPr>
          </a:p>
          <a:p>
            <a:endParaRPr lang="en-US" sz="2400" dirty="0">
              <a:latin typeface="+mn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10FEA09-4796-72C2-9979-144B55CC5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Nesting and Other Red Flags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33213-8DFE-23BA-5D75-924DAA1F6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" name="Picture 4" descr="A group of colorful circles&#10;&#10;Description automatically generated">
            <a:extLst>
              <a:ext uri="{FF2B5EF4-FFF2-40B4-BE49-F238E27FC236}">
                <a16:creationId xmlns:a16="http://schemas.microsoft.com/office/drawing/2014/main" id="{35B1B140-3EA1-F2FC-CE8A-296522BFF3E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9044" r="37912"/>
          <a:stretch/>
        </p:blipFill>
        <p:spPr>
          <a:xfrm>
            <a:off x="12342251" y="4392138"/>
            <a:ext cx="568206" cy="2465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233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F10DB-E5A3-BE16-2079-1CB8F2FC5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D7ACE45-2020-A2B6-E613-C0F0272162A4}"/>
              </a:ext>
            </a:extLst>
          </p:cNvPr>
          <p:cNvSpPr txBox="1"/>
          <p:nvPr/>
        </p:nvSpPr>
        <p:spPr>
          <a:xfrm>
            <a:off x="1536700" y="2832100"/>
            <a:ext cx="8509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sym typeface="Poppins"/>
              </a:rPr>
              <a:t>Page Widget Performance</a:t>
            </a:r>
          </a:p>
        </p:txBody>
      </p:sp>
    </p:spTree>
    <p:extLst>
      <p:ext uri="{BB962C8B-B14F-4D97-AF65-F5344CB8AC3E}">
        <p14:creationId xmlns:p14="http://schemas.microsoft.com/office/powerpoint/2010/main" val="1271979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D57DC-BCDE-D59F-89CB-B10A3AF5C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en-US" dirty="0">
                <a:latin typeface="Poppins"/>
                <a:cs typeface="Poppins"/>
              </a:rPr>
              <a:t>How To Time a Widget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A9A16-F0C5-791A-7389-FE692B7FB4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en-US" sz="2400" dirty="0">
                <a:latin typeface="Calibri"/>
                <a:ea typeface="Calibri"/>
                <a:cs typeface="Poppins Light"/>
              </a:rPr>
              <a:t>Widgets load sequentially</a:t>
            </a:r>
            <a:endParaRPr lang="en-US" sz="2400" dirty="0">
              <a:latin typeface="Calibri"/>
              <a:ea typeface="Calibri"/>
            </a:endParaRPr>
          </a:p>
          <a:p>
            <a:r>
              <a:rPr lang="en-US" sz="2400" dirty="0">
                <a:latin typeface="Calibri"/>
                <a:ea typeface="Calibri"/>
                <a:cs typeface="Poppins Light"/>
              </a:rPr>
              <a:t>Use a </a:t>
            </a:r>
            <a:r>
              <a:rPr lang="en-US" sz="2400" dirty="0" err="1">
                <a:latin typeface="Calibri"/>
                <a:ea typeface="Calibri"/>
                <a:cs typeface="Poppins Light"/>
              </a:rPr>
              <a:t>pageVariable</a:t>
            </a:r>
            <a:r>
              <a:rPr lang="en-US" sz="2400" dirty="0">
                <a:latin typeface="Calibri"/>
                <a:ea typeface="Calibri"/>
                <a:cs typeface="Poppins Light"/>
              </a:rPr>
              <a:t> to store a now() </a:t>
            </a:r>
          </a:p>
        </p:txBody>
      </p:sp>
      <p:pic>
        <p:nvPicPr>
          <p:cNvPr id="4" name="Picture 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3A0FAFFB-6D3E-7EDC-E1D2-A3BD18F09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45" y="3601131"/>
            <a:ext cx="6870247" cy="458561"/>
          </a:xfrm>
          <a:prstGeom prst="rect">
            <a:avLst/>
          </a:prstGeom>
        </p:spPr>
      </p:pic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1023E2D5-729B-F698-4DCA-4AAAB6C30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441" y="4485594"/>
            <a:ext cx="5902779" cy="194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243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DCE8E-3A8D-B9CA-3C0D-474CCA057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76B17-01F3-3FAA-92A6-1442FECF06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>
            <a:normAutofit lnSpcReduction="10000"/>
          </a:bodyPr>
          <a:lstStyle/>
          <a:p>
            <a:pPr marL="342900" indent="-342900">
              <a:buChar char="•"/>
            </a:pPr>
            <a:r>
              <a:rPr lang="en-US" sz="2400" dirty="0">
                <a:latin typeface="Calibri"/>
                <a:ea typeface="Calibri"/>
                <a:cs typeface="Poppins Light"/>
              </a:rPr>
              <a:t>Most likely widget to cause failure</a:t>
            </a:r>
            <a:endParaRPr lang="en-US" dirty="0"/>
          </a:p>
          <a:p>
            <a:pPr marL="342900" indent="-342900"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"How can I show my user 1000 Rows?"</a:t>
            </a:r>
            <a:endParaRPr lang="en-US" sz="2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Pagination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sz="2400" dirty="0">
                <a:latin typeface="Calibri"/>
                <a:ea typeface="Calibri"/>
                <a:cs typeface="Calibri"/>
              </a:rPr>
              <a:t>Automated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sz="2400" dirty="0">
                <a:latin typeface="Calibri"/>
                <a:ea typeface="Calibri"/>
                <a:cs typeface="Calibri"/>
              </a:rPr>
              <a:t>Manual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View vs Edit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 </a:t>
            </a:r>
          </a:p>
          <a:p>
            <a:endParaRPr lang="en-US" sz="2400" dirty="0">
              <a:latin typeface="Calibri"/>
              <a:ea typeface="Calibri"/>
            </a:endParaRPr>
          </a:p>
          <a:p>
            <a:endParaRPr lang="en-US" sz="2400" dirty="0">
              <a:latin typeface="Calibri"/>
              <a:ea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D7D2C-9486-2980-F130-E815A0FF8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5" name="Picture 4" descr="A group of colorful circles&#10;&#10;Description automatically generated">
            <a:extLst>
              <a:ext uri="{FF2B5EF4-FFF2-40B4-BE49-F238E27FC236}">
                <a16:creationId xmlns:a16="http://schemas.microsoft.com/office/drawing/2014/main" id="{CFC39ADA-C165-C4E7-D41A-99A6ADA750B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9044" r="37912"/>
          <a:stretch/>
        </p:blipFill>
        <p:spPr>
          <a:xfrm>
            <a:off x="12342251" y="4392138"/>
            <a:ext cx="568206" cy="2465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35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51558-54B9-2AC3-AA5B-7E0F0C79D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Images, Charts, and Other Myths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20AE6-DC48-8042-26ED-954828A152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12875" y="1612215"/>
            <a:ext cx="4010772" cy="4145639"/>
          </a:xfrm>
        </p:spPr>
        <p:txBody>
          <a:bodyPr lIns="91440" tIns="45720" rIns="91440" bIns="45720" anchor="t">
            <a:normAutofit/>
          </a:bodyPr>
          <a:lstStyle/>
          <a:p>
            <a:pPr marL="171450" indent="-171450">
              <a:buChar char="•"/>
            </a:pPr>
            <a:r>
              <a:rPr lang="en-US" b="1" dirty="0">
                <a:latin typeface="Poppins"/>
                <a:cs typeface="Poppins"/>
              </a:rPr>
              <a:t>All slower than raw text, but not bad</a:t>
            </a:r>
          </a:p>
          <a:p>
            <a:pPr marL="171450" indent="-171450">
              <a:buChar char="•"/>
            </a:pPr>
            <a:r>
              <a:rPr lang="en-US" b="1" dirty="0">
                <a:latin typeface="Poppins"/>
                <a:cs typeface="Poppins"/>
              </a:rPr>
              <a:t>Embedded Images render fast, but feel laggy</a:t>
            </a:r>
            <a:endParaRPr lang="en-US" dirty="0"/>
          </a:p>
          <a:p>
            <a:pPr marL="171450" indent="-171450">
              <a:buChar char="•"/>
            </a:pPr>
            <a:r>
              <a:rPr lang="en-US" b="1" dirty="0">
                <a:latin typeface="Poppins"/>
                <a:cs typeface="Poppins"/>
              </a:rPr>
              <a:t>Chart Cards lazy load</a:t>
            </a:r>
          </a:p>
          <a:p>
            <a:pPr marL="171450" indent="-171450">
              <a:buChar char="•"/>
            </a:pPr>
            <a:r>
              <a:rPr lang="en-US" b="1" dirty="0">
                <a:latin typeface="Poppins"/>
                <a:cs typeface="Poppins"/>
              </a:rPr>
              <a:t>Charts will mostly lazy load</a:t>
            </a:r>
          </a:p>
          <a:p>
            <a:pPr marL="171450" indent="-171450">
              <a:buChar char="•"/>
            </a:pPr>
            <a:r>
              <a:rPr lang="en-US" b="1" dirty="0">
                <a:latin typeface="Poppins"/>
                <a:cs typeface="Poppins"/>
              </a:rPr>
              <a:t>Attachments will mostly lazy load</a:t>
            </a:r>
          </a:p>
          <a:p>
            <a:endParaRPr lang="en-US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39E3E-5BE6-2209-4CC7-710D9C441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13820-7CB1-4929-ACBA-7A51E3F595C7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" name="Picture 4" descr="A group of colorful circles&#10;&#10;Description automatically generated">
            <a:extLst>
              <a:ext uri="{FF2B5EF4-FFF2-40B4-BE49-F238E27FC236}">
                <a16:creationId xmlns:a16="http://schemas.microsoft.com/office/drawing/2014/main" id="{1F9F3366-B3DE-6A7D-AB9F-422344D3FBB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9044" r="37912"/>
          <a:stretch/>
        </p:blipFill>
        <p:spPr>
          <a:xfrm>
            <a:off x="12342251" y="4392138"/>
            <a:ext cx="568207" cy="2465863"/>
          </a:xfrm>
          <a:prstGeom prst="rect">
            <a:avLst/>
          </a:prstGeom>
        </p:spPr>
      </p:pic>
      <p:pic>
        <p:nvPicPr>
          <p:cNvPr id="6" name="Picture 5" descr="A graph with green and blue circles&#10;&#10;AI-generated content may be incorrect.">
            <a:extLst>
              <a:ext uri="{FF2B5EF4-FFF2-40B4-BE49-F238E27FC236}">
                <a16:creationId xmlns:a16="http://schemas.microsoft.com/office/drawing/2014/main" id="{DC458146-08A5-CAB5-05CB-5C1577E99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4441" y="2317811"/>
            <a:ext cx="6329409" cy="377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71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D7BE3-78F8-AB9B-44FE-6963059AF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you.</a:t>
            </a:r>
          </a:p>
        </p:txBody>
      </p:sp>
      <p:pic>
        <p:nvPicPr>
          <p:cNvPr id="3" name="Picture 2" descr="A group of colorful circles&#10;&#10;Description automatically generated">
            <a:extLst>
              <a:ext uri="{FF2B5EF4-FFF2-40B4-BE49-F238E27FC236}">
                <a16:creationId xmlns:a16="http://schemas.microsoft.com/office/drawing/2014/main" id="{56007FE7-17A4-F384-5103-144F633F932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9044" r="37912"/>
          <a:stretch/>
        </p:blipFill>
        <p:spPr>
          <a:xfrm>
            <a:off x="12342251" y="4392138"/>
            <a:ext cx="568207" cy="246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129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e Groov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5B9CCCA2C2444B97DECB5EBD50BC75" ma:contentTypeVersion="13" ma:contentTypeDescription="Create a new document." ma:contentTypeScope="" ma:versionID="abf9afbf5f863c525513395e7f498347">
  <xsd:schema xmlns:xsd="http://www.w3.org/2001/XMLSchema" xmlns:xs="http://www.w3.org/2001/XMLSchema" xmlns:p="http://schemas.microsoft.com/office/2006/metadata/properties" xmlns:ns2="6832ed8e-e17a-41db-8f66-a28b87f2cfd6" xmlns:ns3="f545598b-ef4e-46d2-b31d-9b6149ba0766" targetNamespace="http://schemas.microsoft.com/office/2006/metadata/properties" ma:root="true" ma:fieldsID="b8b7f973a826ee314e54c0b73de29b67" ns2:_="" ns3:_="">
    <xsd:import namespace="6832ed8e-e17a-41db-8f66-a28b87f2cfd6"/>
    <xsd:import namespace="f545598b-ef4e-46d2-b31d-9b6149ba07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ContributorNo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32ed8e-e17a-41db-8f66-a28b87f2cf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af96de8-1224-4ccc-9acf-3abee762a6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ContributorNote" ma:index="20" nillable="true" ma:displayName="Contributor Note" ma:description="Extra detail added by contributor of solution" ma:format="Dropdown" ma:internalName="ContributorNot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45598b-ef4e-46d2-b31d-9b6149ba076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80854a2-65f9-45e2-b9a4-6dbe1438a0b1}" ma:internalName="TaxCatchAll" ma:showField="CatchAllData" ma:web="f545598b-ef4e-46d2-b31d-9b6149ba07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545598b-ef4e-46d2-b31d-9b6149ba0766" xsi:nil="true"/>
    <lcf76f155ced4ddcb4097134ff3c332f xmlns="6832ed8e-e17a-41db-8f66-a28b87f2cfd6">
      <Terms xmlns="http://schemas.microsoft.com/office/infopath/2007/PartnerControls"/>
    </lcf76f155ced4ddcb4097134ff3c332f>
    <ContributorNote xmlns="6832ed8e-e17a-41db-8f66-a28b87f2cfd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349D68D-8635-42EF-8601-1FDDBF6CB5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32ed8e-e17a-41db-8f66-a28b87f2cfd6"/>
    <ds:schemaRef ds:uri="f545598b-ef4e-46d2-b31d-9b6149ba07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655D886-88A5-436A-BE8C-29CCD5C25AC7}">
  <ds:schemaRefs>
    <ds:schemaRef ds:uri="http://schemas.microsoft.com/office/infopath/2007/PartnerControls"/>
    <ds:schemaRef ds:uri="http://purl.org/dc/dcmitype/"/>
    <ds:schemaRef ds:uri="http://purl.org/dc/elements/1.1/"/>
    <ds:schemaRef ds:uri="http://purl.org/dc/terms/"/>
    <ds:schemaRef ds:uri="f545598b-ef4e-46d2-b31d-9b6149ba0766"/>
    <ds:schemaRef ds:uri="http://schemas.microsoft.com/office/2006/documentManagement/types"/>
    <ds:schemaRef ds:uri="http://schemas.openxmlformats.org/package/2006/metadata/core-properties"/>
    <ds:schemaRef ds:uri="6832ed8e-e17a-41db-8f66-a28b87f2cfd6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55AE14F-2CFC-422C-9A11-3352DCFF206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1423</TotalTime>
  <Words>236</Words>
  <Application>Microsoft Office PowerPoint</Application>
  <PresentationFormat>Widescreen</PresentationFormat>
  <Paragraphs>76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Courier New</vt:lpstr>
      <vt:lpstr>Poppins</vt:lpstr>
      <vt:lpstr>Poppins Light</vt:lpstr>
      <vt:lpstr>The Groove Theme</vt:lpstr>
      <vt:lpstr>Page Performance Optimization</vt:lpstr>
      <vt:lpstr>Optimization Choices</vt:lpstr>
      <vt:lpstr>PowerPoint Presentation</vt:lpstr>
      <vt:lpstr>Page Load Order</vt:lpstr>
      <vt:lpstr>PowerPoint Presentation</vt:lpstr>
      <vt:lpstr>Data Is Usually The Problem</vt:lpstr>
      <vt:lpstr>Parallel vs serial operations</vt:lpstr>
      <vt:lpstr>Batch Protocol</vt:lpstr>
      <vt:lpstr>PowerPoint Presentation</vt:lpstr>
      <vt:lpstr>Nesting and Other Red Flags</vt:lpstr>
      <vt:lpstr>PowerPoint Presentation</vt:lpstr>
      <vt:lpstr>How To Time a Widget</vt:lpstr>
      <vt:lpstr>Grids</vt:lpstr>
      <vt:lpstr>Images, Charts, and Other Myths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Chelsea Boyle</dc:creator>
  <cp:lastModifiedBy>Clint Harwood</cp:lastModifiedBy>
  <cp:revision>121</cp:revision>
  <dcterms:created xsi:type="dcterms:W3CDTF">2024-03-13T15:45:13Z</dcterms:created>
  <dcterms:modified xsi:type="dcterms:W3CDTF">2026-01-20T16:35:49Z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0x010100445B9CCCA2C2444B97DECB5EBD50BC75</vt:lpwstr>
  </property>
  <property fmtid="{D5CDD505-2E9C-101B-9397-08002B2CF9AE}" pid="3" name="MediaServiceImageTags">
    <vt:lpwstr/>
  </property>
</Properties>
</file>