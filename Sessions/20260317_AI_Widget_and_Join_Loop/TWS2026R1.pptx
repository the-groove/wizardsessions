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85" r:id="rId5"/>
    <p:sldId id="317" r:id="rId6"/>
    <p:sldId id="324" r:id="rId7"/>
    <p:sldId id="309" r:id="rId8"/>
    <p:sldId id="356" r:id="rId9"/>
    <p:sldId id="360" r:id="rId10"/>
    <p:sldId id="357" r:id="rId11"/>
    <p:sldId id="300" r:id="rId12"/>
    <p:sldId id="358" r:id="rId13"/>
    <p:sldId id="361" r:id="rId14"/>
    <p:sldId id="310" r:id="rId15"/>
    <p:sldId id="362" r:id="rId16"/>
    <p:sldId id="359" r:id="rId17"/>
    <p:sldId id="294" r:id="rId18"/>
    <p:sldId id="363" r:id="rId19"/>
    <p:sldId id="3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FDD2AB-8EEF-4CAB-803F-D97B095DE0CE}">
          <p14:sldIdLst>
            <p14:sldId id="285"/>
            <p14:sldId id="317"/>
            <p14:sldId id="324"/>
            <p14:sldId id="309"/>
            <p14:sldId id="356"/>
            <p14:sldId id="360"/>
            <p14:sldId id="357"/>
            <p14:sldId id="300"/>
            <p14:sldId id="358"/>
            <p14:sldId id="361"/>
            <p14:sldId id="310"/>
            <p14:sldId id="362"/>
            <p14:sldId id="359"/>
            <p14:sldId id="294"/>
            <p14:sldId id="363"/>
            <p14:sldId id="315"/>
          </p14:sldIdLst>
        </p14:section>
        <p14:section name="Appendix" id="{729AA88C-A1DB-4D67-9A42-59DB90FA88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6AA0"/>
    <a:srgbClr val="F0A44B"/>
    <a:srgbClr val="93C847"/>
    <a:srgbClr val="EEE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DA7D-BACE-4C45-995B-8A117B5D05C7}" v="4" dt="2026-03-17T01:17:35.886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63" autoAdjust="0"/>
  </p:normalViewPr>
  <p:slideViewPr>
    <p:cSldViewPr snapToGrid="0">
      <p:cViewPr varScale="1">
        <p:scale>
          <a:sx n="120" d="100"/>
          <a:sy n="120" d="100"/>
        </p:scale>
        <p:origin x="181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nt Harwood" userId="868c4513-4632-4226-bd05-c46b0408d97b" providerId="ADAL" clId="{B6287907-B5C4-40D2-853F-E45A399C013D}"/>
    <pc:docChg chg="undo custSel addSld modSld sldOrd modSection">
      <pc:chgData name="Clint Harwood" userId="868c4513-4632-4226-bd05-c46b0408d97b" providerId="ADAL" clId="{B6287907-B5C4-40D2-853F-E45A399C013D}" dt="2026-03-17T01:18:43.987" v="1168" actId="1076"/>
      <pc:docMkLst>
        <pc:docMk/>
      </pc:docMkLst>
      <pc:sldChg chg="modSp mod">
        <pc:chgData name="Clint Harwood" userId="868c4513-4632-4226-bd05-c46b0408d97b" providerId="ADAL" clId="{B6287907-B5C4-40D2-853F-E45A399C013D}" dt="2026-03-17T00:47:17.843" v="131" actId="20577"/>
        <pc:sldMkLst>
          <pc:docMk/>
          <pc:sldMk cId="4244697819" sldId="285"/>
        </pc:sldMkLst>
        <pc:spChg chg="mod">
          <ac:chgData name="Clint Harwood" userId="868c4513-4632-4226-bd05-c46b0408d97b" providerId="ADAL" clId="{B6287907-B5C4-40D2-853F-E45A399C013D}" dt="2026-03-17T00:46:27.807" v="21" actId="20577"/>
          <ac:spMkLst>
            <pc:docMk/>
            <pc:sldMk cId="4244697819" sldId="285"/>
            <ac:spMk id="2" creationId="{2C8AC09B-0487-F89B-ED16-DBF366F87BB3}"/>
          </ac:spMkLst>
        </pc:spChg>
        <pc:spChg chg="mod">
          <ac:chgData name="Clint Harwood" userId="868c4513-4632-4226-bd05-c46b0408d97b" providerId="ADAL" clId="{B6287907-B5C4-40D2-853F-E45A399C013D}" dt="2026-03-17T00:47:11.727" v="123" actId="20577"/>
          <ac:spMkLst>
            <pc:docMk/>
            <pc:sldMk cId="4244697819" sldId="285"/>
            <ac:spMk id="3" creationId="{E48517C1-981B-BA95-47DE-EF315E48E83C}"/>
          </ac:spMkLst>
        </pc:spChg>
        <pc:spChg chg="mod">
          <ac:chgData name="Clint Harwood" userId="868c4513-4632-4226-bd05-c46b0408d97b" providerId="ADAL" clId="{B6287907-B5C4-40D2-853F-E45A399C013D}" dt="2026-03-17T00:47:17.843" v="131" actId="20577"/>
          <ac:spMkLst>
            <pc:docMk/>
            <pc:sldMk cId="4244697819" sldId="285"/>
            <ac:spMk id="5" creationId="{6116E8F9-0854-FC45-A230-A16323D8BECE}"/>
          </ac:spMkLst>
        </pc:spChg>
      </pc:sldChg>
      <pc:sldChg chg="modSp mod">
        <pc:chgData name="Clint Harwood" userId="868c4513-4632-4226-bd05-c46b0408d97b" providerId="ADAL" clId="{B6287907-B5C4-40D2-853F-E45A399C013D}" dt="2026-03-17T01:16:51.157" v="1106" actId="20577"/>
        <pc:sldMkLst>
          <pc:docMk/>
          <pc:sldMk cId="4153935219" sldId="294"/>
        </pc:sldMkLst>
        <pc:spChg chg="mod">
          <ac:chgData name="Clint Harwood" userId="868c4513-4632-4226-bd05-c46b0408d97b" providerId="ADAL" clId="{B6287907-B5C4-40D2-853F-E45A399C013D}" dt="2026-03-17T01:14:46.681" v="1017" actId="20577"/>
          <ac:spMkLst>
            <pc:docMk/>
            <pc:sldMk cId="4153935219" sldId="294"/>
            <ac:spMk id="2" creationId="{71CDCE8E-3A8D-B9CA-3C0D-474CCA057B5A}"/>
          </ac:spMkLst>
        </pc:spChg>
        <pc:spChg chg="mod">
          <ac:chgData name="Clint Harwood" userId="868c4513-4632-4226-bd05-c46b0408d97b" providerId="ADAL" clId="{B6287907-B5C4-40D2-853F-E45A399C013D}" dt="2026-03-17T01:16:51.157" v="1106" actId="20577"/>
          <ac:spMkLst>
            <pc:docMk/>
            <pc:sldMk cId="4153935219" sldId="294"/>
            <ac:spMk id="3" creationId="{84D76B17-01F3-3FAA-92A6-1442FECF0641}"/>
          </ac:spMkLst>
        </pc:spChg>
      </pc:sldChg>
      <pc:sldChg chg="addSp delSp modSp mod ord">
        <pc:chgData name="Clint Harwood" userId="868c4513-4632-4226-bd05-c46b0408d97b" providerId="ADAL" clId="{B6287907-B5C4-40D2-853F-E45A399C013D}" dt="2026-03-17T01:07:29.648" v="792" actId="1076"/>
        <pc:sldMkLst>
          <pc:docMk/>
          <pc:sldMk cId="853233603" sldId="300"/>
        </pc:sldMkLst>
        <pc:spChg chg="add del mod">
          <ac:chgData name="Clint Harwood" userId="868c4513-4632-4226-bd05-c46b0408d97b" providerId="ADAL" clId="{B6287907-B5C4-40D2-853F-E45A399C013D}" dt="2026-03-17T01:06:33.986" v="745" actId="478"/>
          <ac:spMkLst>
            <pc:docMk/>
            <pc:sldMk cId="853233603" sldId="300"/>
            <ac:spMk id="2" creationId="{298C9BFB-67F7-151E-62E7-20E40E6AB257}"/>
          </ac:spMkLst>
        </pc:spChg>
        <pc:spChg chg="mod">
          <ac:chgData name="Clint Harwood" userId="868c4513-4632-4226-bd05-c46b0408d97b" providerId="ADAL" clId="{B6287907-B5C4-40D2-853F-E45A399C013D}" dt="2026-03-17T01:04:47.415" v="727" actId="20577"/>
          <ac:spMkLst>
            <pc:docMk/>
            <pc:sldMk cId="853233603" sldId="300"/>
            <ac:spMk id="3" creationId="{F10FEA09-4796-72C2-9979-144B55CC505E}"/>
          </ac:spMkLst>
        </pc:spChg>
        <pc:spChg chg="add del mod">
          <ac:chgData name="Clint Harwood" userId="868c4513-4632-4226-bd05-c46b0408d97b" providerId="ADAL" clId="{B6287907-B5C4-40D2-853F-E45A399C013D}" dt="2026-03-17T01:06:30.662" v="744" actId="478"/>
          <ac:spMkLst>
            <pc:docMk/>
            <pc:sldMk cId="853233603" sldId="300"/>
            <ac:spMk id="9" creationId="{5A22E931-D332-2367-88F1-36D2A6A56B58}"/>
          </ac:spMkLst>
        </pc:spChg>
        <pc:spChg chg="add del mod">
          <ac:chgData name="Clint Harwood" userId="868c4513-4632-4226-bd05-c46b0408d97b" providerId="ADAL" clId="{B6287907-B5C4-40D2-853F-E45A399C013D}" dt="2026-03-17T01:06:34.879" v="746" actId="478"/>
          <ac:spMkLst>
            <pc:docMk/>
            <pc:sldMk cId="853233603" sldId="300"/>
            <ac:spMk id="13" creationId="{17F56686-7391-2F44-8332-7FCB9795ED71}"/>
          </ac:spMkLst>
        </pc:spChg>
        <pc:spChg chg="add mod">
          <ac:chgData name="Clint Harwood" userId="868c4513-4632-4226-bd05-c46b0408d97b" providerId="ADAL" clId="{B6287907-B5C4-40D2-853F-E45A399C013D}" dt="2026-03-17T01:07:05.163" v="790" actId="20577"/>
          <ac:spMkLst>
            <pc:docMk/>
            <pc:sldMk cId="853233603" sldId="300"/>
            <ac:spMk id="14" creationId="{4D891032-BC18-1496-8D90-D8752C2860EC}"/>
          </ac:spMkLst>
        </pc:spChg>
        <pc:picChg chg="add mod">
          <ac:chgData name="Clint Harwood" userId="868c4513-4632-4226-bd05-c46b0408d97b" providerId="ADAL" clId="{B6287907-B5C4-40D2-853F-E45A399C013D}" dt="2026-03-17T01:07:29.648" v="792" actId="1076"/>
          <ac:picMkLst>
            <pc:docMk/>
            <pc:sldMk cId="853233603" sldId="300"/>
            <ac:picMk id="7" creationId="{FD248FDA-CA49-AA2F-4FCC-5B4C46F357F1}"/>
          </ac:picMkLst>
        </pc:picChg>
        <pc:picChg chg="add del">
          <ac:chgData name="Clint Harwood" userId="868c4513-4632-4226-bd05-c46b0408d97b" providerId="ADAL" clId="{B6287907-B5C4-40D2-853F-E45A399C013D}" dt="2026-03-17T01:06:30.135" v="743" actId="22"/>
          <ac:picMkLst>
            <pc:docMk/>
            <pc:sldMk cId="853233603" sldId="300"/>
            <ac:picMk id="11" creationId="{9AF46D46-E0A0-3CF0-C07C-E086030E5D7F}"/>
          </ac:picMkLst>
        </pc:picChg>
      </pc:sldChg>
      <pc:sldChg chg="addSp delSp modSp mod">
        <pc:chgData name="Clint Harwood" userId="868c4513-4632-4226-bd05-c46b0408d97b" providerId="ADAL" clId="{B6287907-B5C4-40D2-853F-E45A399C013D}" dt="2026-03-17T00:54:48.359" v="401" actId="14100"/>
        <pc:sldMkLst>
          <pc:docMk/>
          <pc:sldMk cId="2051636102" sldId="309"/>
        </pc:sldMkLst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3" creationId="{8A4B5866-9F3A-62A0-7F78-26C0B54604E0}"/>
          </ac:spMkLst>
        </pc:spChg>
        <pc:spChg chg="del">
          <ac:chgData name="Clint Harwood" userId="868c4513-4632-4226-bd05-c46b0408d97b" providerId="ADAL" clId="{B6287907-B5C4-40D2-853F-E45A399C013D}" dt="2026-03-17T00:53:15.480" v="394" actId="478"/>
          <ac:spMkLst>
            <pc:docMk/>
            <pc:sldMk cId="2051636102" sldId="309"/>
            <ac:spMk id="6" creationId="{FC1C58C7-5A90-E69D-F212-0A81B863AEC1}"/>
          </ac:spMkLst>
        </pc:spChg>
        <pc:spChg chg="add del mod">
          <ac:chgData name="Clint Harwood" userId="868c4513-4632-4226-bd05-c46b0408d97b" providerId="ADAL" clId="{B6287907-B5C4-40D2-853F-E45A399C013D}" dt="2026-03-17T00:53:16.657" v="395" actId="478"/>
          <ac:spMkLst>
            <pc:docMk/>
            <pc:sldMk cId="2051636102" sldId="309"/>
            <ac:spMk id="7" creationId="{8E8A59E9-8DDC-3BBA-8D38-239DF6AB9737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8" creationId="{3D1A4A03-A9D1-CC5C-477E-F60E86326489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9" creationId="{A969D95A-0BFE-F61F-56EF-83C476407999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0" creationId="{762200A3-C7BC-5BB3-A128-86ACBBA8CD2F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1" creationId="{2270B9B3-11BA-F831-109D-660CDA903E7A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2" creationId="{6A479C54-A918-9861-8D9E-3AFCD57912B1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3" creationId="{B334F92F-DFE0-38CE-AAF3-63FFB1489BAD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5" creationId="{D434F36D-6012-686E-B5F6-FFD49E4EFC26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7" creationId="{5B0C3C71-EEFA-788B-A040-DD975447AA7B}"/>
          </ac:spMkLst>
        </pc:spChg>
        <pc:spChg chg="del">
          <ac:chgData name="Clint Harwood" userId="868c4513-4632-4226-bd05-c46b0408d97b" providerId="ADAL" clId="{B6287907-B5C4-40D2-853F-E45A399C013D}" dt="2026-03-17T00:53:20.048" v="396" actId="478"/>
          <ac:spMkLst>
            <pc:docMk/>
            <pc:sldMk cId="2051636102" sldId="309"/>
            <ac:spMk id="18" creationId="{E3B59A2C-7B41-1FF2-A58C-D010FA75196B}"/>
          </ac:spMkLst>
        </pc:spChg>
        <pc:spChg chg="add mod">
          <ac:chgData name="Clint Harwood" userId="868c4513-4632-4226-bd05-c46b0408d97b" providerId="ADAL" clId="{B6287907-B5C4-40D2-853F-E45A399C013D}" dt="2026-03-17T00:54:48.359" v="401" actId="14100"/>
          <ac:spMkLst>
            <pc:docMk/>
            <pc:sldMk cId="2051636102" sldId="309"/>
            <ac:spMk id="20" creationId="{86996651-35C3-1764-779A-21B0488D7812}"/>
          </ac:spMkLst>
        </pc:spChg>
        <pc:picChg chg="add mod">
          <ac:chgData name="Clint Harwood" userId="868c4513-4632-4226-bd05-c46b0408d97b" providerId="ADAL" clId="{B6287907-B5C4-40D2-853F-E45A399C013D}" dt="2026-03-17T00:54:22.309" v="399" actId="1076"/>
          <ac:picMkLst>
            <pc:docMk/>
            <pc:sldMk cId="2051636102" sldId="309"/>
            <ac:picMk id="19" creationId="{8F049122-1A13-B2C5-CC95-8F5E3E5129AF}"/>
          </ac:picMkLst>
        </pc:picChg>
      </pc:sldChg>
      <pc:sldChg chg="addSp delSp modSp mod ord">
        <pc:chgData name="Clint Harwood" userId="868c4513-4632-4226-bd05-c46b0408d97b" providerId="ADAL" clId="{B6287907-B5C4-40D2-853F-E45A399C013D}" dt="2026-03-17T01:13:40.731" v="987" actId="1076"/>
        <pc:sldMkLst>
          <pc:docMk/>
          <pc:sldMk cId="295571108" sldId="310"/>
        </pc:sldMkLst>
        <pc:spChg chg="mod">
          <ac:chgData name="Clint Harwood" userId="868c4513-4632-4226-bd05-c46b0408d97b" providerId="ADAL" clId="{B6287907-B5C4-40D2-853F-E45A399C013D}" dt="2026-03-17T01:13:21.565" v="983" actId="20577"/>
          <ac:spMkLst>
            <pc:docMk/>
            <pc:sldMk cId="295571108" sldId="310"/>
            <ac:spMk id="2" creationId="{F4351558-54B9-2AC3-AA5B-7E0F0C79D90B}"/>
          </ac:spMkLst>
        </pc:spChg>
        <pc:spChg chg="del">
          <ac:chgData name="Clint Harwood" userId="868c4513-4632-4226-bd05-c46b0408d97b" providerId="ADAL" clId="{B6287907-B5C4-40D2-853F-E45A399C013D}" dt="2026-03-17T01:13:34.991" v="984" actId="478"/>
          <ac:spMkLst>
            <pc:docMk/>
            <pc:sldMk cId="295571108" sldId="310"/>
            <ac:spMk id="3" creationId="{FBA20AE6-DC48-8042-26ED-954828A152D7}"/>
          </ac:spMkLst>
        </pc:spChg>
        <pc:picChg chg="add mod">
          <ac:chgData name="Clint Harwood" userId="868c4513-4632-4226-bd05-c46b0408d97b" providerId="ADAL" clId="{B6287907-B5C4-40D2-853F-E45A399C013D}" dt="2026-03-17T01:13:40.731" v="987" actId="1076"/>
          <ac:picMkLst>
            <pc:docMk/>
            <pc:sldMk cId="295571108" sldId="310"/>
            <ac:picMk id="7" creationId="{7657975B-41F4-D554-17A4-6D3B1B8A6D20}"/>
          </ac:picMkLst>
        </pc:picChg>
      </pc:sldChg>
      <pc:sldChg chg="addSp delSp modSp mod ord modClrScheme chgLayout modNotesTx">
        <pc:chgData name="Clint Harwood" userId="868c4513-4632-4226-bd05-c46b0408d97b" providerId="ADAL" clId="{B6287907-B5C4-40D2-853F-E45A399C013D}" dt="2026-03-17T00:52:17.591" v="282" actId="255"/>
        <pc:sldMkLst>
          <pc:docMk/>
          <pc:sldMk cId="2516206393" sldId="317"/>
        </pc:sldMkLst>
        <pc:spChg chg="mod ord">
          <ac:chgData name="Clint Harwood" userId="868c4513-4632-4226-bd05-c46b0408d97b" providerId="ADAL" clId="{B6287907-B5C4-40D2-853F-E45A399C013D}" dt="2026-03-17T00:52:04.732" v="279" actId="700"/>
          <ac:spMkLst>
            <pc:docMk/>
            <pc:sldMk cId="2516206393" sldId="317"/>
            <ac:spMk id="2" creationId="{DA560168-D52D-170D-1820-018AE4DD073C}"/>
          </ac:spMkLst>
        </pc:spChg>
        <pc:spChg chg="mod ord">
          <ac:chgData name="Clint Harwood" userId="868c4513-4632-4226-bd05-c46b0408d97b" providerId="ADAL" clId="{B6287907-B5C4-40D2-853F-E45A399C013D}" dt="2026-03-17T00:52:04.732" v="279" actId="700"/>
          <ac:spMkLst>
            <pc:docMk/>
            <pc:sldMk cId="2516206393" sldId="317"/>
            <ac:spMk id="4" creationId="{DBFF5155-A298-5627-0386-58AB2C23E280}"/>
          </ac:spMkLst>
        </pc:spChg>
        <pc:spChg chg="add del">
          <ac:chgData name="Clint Harwood" userId="868c4513-4632-4226-bd05-c46b0408d97b" providerId="ADAL" clId="{B6287907-B5C4-40D2-853F-E45A399C013D}" dt="2026-03-17T00:48:17.409" v="159" actId="478"/>
          <ac:spMkLst>
            <pc:docMk/>
            <pc:sldMk cId="2516206393" sldId="317"/>
            <ac:spMk id="5" creationId="{9BA7C7DF-B04F-65E2-65BF-5D6A48091781}"/>
          </ac:spMkLst>
        </pc:spChg>
        <pc:spChg chg="add mod">
          <ac:chgData name="Clint Harwood" userId="868c4513-4632-4226-bd05-c46b0408d97b" providerId="ADAL" clId="{B6287907-B5C4-40D2-853F-E45A399C013D}" dt="2026-03-17T00:52:11.156" v="280" actId="21"/>
          <ac:spMkLst>
            <pc:docMk/>
            <pc:sldMk cId="2516206393" sldId="317"/>
            <ac:spMk id="6" creationId="{03E9605E-CC9A-0FEC-0428-5E2EC9CFA9C1}"/>
          </ac:spMkLst>
        </pc:spChg>
        <pc:spChg chg="add mod ord">
          <ac:chgData name="Clint Harwood" userId="868c4513-4632-4226-bd05-c46b0408d97b" providerId="ADAL" clId="{B6287907-B5C4-40D2-853F-E45A399C013D}" dt="2026-03-17T00:52:17.591" v="282" actId="255"/>
          <ac:spMkLst>
            <pc:docMk/>
            <pc:sldMk cId="2516206393" sldId="317"/>
            <ac:spMk id="7" creationId="{60F84936-1E66-FCCB-BB4F-B571269FD0BD}"/>
          </ac:spMkLst>
        </pc:spChg>
      </pc:sldChg>
      <pc:sldChg chg="modSp mod">
        <pc:chgData name="Clint Harwood" userId="868c4513-4632-4226-bd05-c46b0408d97b" providerId="ADAL" clId="{B6287907-B5C4-40D2-853F-E45A399C013D}" dt="2026-03-17T00:53:08.292" v="393" actId="20577"/>
        <pc:sldMkLst>
          <pc:docMk/>
          <pc:sldMk cId="3694680853" sldId="324"/>
        </pc:sldMkLst>
        <pc:spChg chg="mod">
          <ac:chgData name="Clint Harwood" userId="868c4513-4632-4226-bd05-c46b0408d97b" providerId="ADAL" clId="{B6287907-B5C4-40D2-853F-E45A399C013D}" dt="2026-03-17T00:52:38.708" v="302" actId="20577"/>
          <ac:spMkLst>
            <pc:docMk/>
            <pc:sldMk cId="3694680853" sldId="324"/>
            <ac:spMk id="2" creationId="{0221A821-CBF6-CF6D-2F3D-E0280C1BEA60}"/>
          </ac:spMkLst>
        </pc:spChg>
        <pc:spChg chg="mod">
          <ac:chgData name="Clint Harwood" userId="868c4513-4632-4226-bd05-c46b0408d97b" providerId="ADAL" clId="{B6287907-B5C4-40D2-853F-E45A399C013D}" dt="2026-03-17T00:53:08.292" v="393" actId="20577"/>
          <ac:spMkLst>
            <pc:docMk/>
            <pc:sldMk cId="3694680853" sldId="324"/>
            <ac:spMk id="8" creationId="{374193ED-77F5-C943-96DF-2330492D2311}"/>
          </ac:spMkLst>
        </pc:spChg>
      </pc:sldChg>
      <pc:sldChg chg="modSp mod ord">
        <pc:chgData name="Clint Harwood" userId="868c4513-4632-4226-bd05-c46b0408d97b" providerId="ADAL" clId="{B6287907-B5C4-40D2-853F-E45A399C013D}" dt="2026-03-17T00:56:20.846" v="412" actId="20577"/>
        <pc:sldMkLst>
          <pc:docMk/>
          <pc:sldMk cId="3164390152" sldId="356"/>
        </pc:sldMkLst>
        <pc:spChg chg="mod">
          <ac:chgData name="Clint Harwood" userId="868c4513-4632-4226-bd05-c46b0408d97b" providerId="ADAL" clId="{B6287907-B5C4-40D2-853F-E45A399C013D}" dt="2026-03-17T00:56:20.846" v="412" actId="20577"/>
          <ac:spMkLst>
            <pc:docMk/>
            <pc:sldMk cId="3164390152" sldId="356"/>
            <ac:spMk id="6" creationId="{9C764FD2-A24A-4FC5-7384-A1AA187589A8}"/>
          </ac:spMkLst>
        </pc:spChg>
      </pc:sldChg>
      <pc:sldChg chg="modSp mod">
        <pc:chgData name="Clint Harwood" userId="868c4513-4632-4226-bd05-c46b0408d97b" providerId="ADAL" clId="{B6287907-B5C4-40D2-853F-E45A399C013D}" dt="2026-03-17T00:58:28.816" v="605" actId="20577"/>
        <pc:sldMkLst>
          <pc:docMk/>
          <pc:sldMk cId="3632366265" sldId="357"/>
        </pc:sldMkLst>
        <pc:spChg chg="mod">
          <ac:chgData name="Clint Harwood" userId="868c4513-4632-4226-bd05-c46b0408d97b" providerId="ADAL" clId="{B6287907-B5C4-40D2-853F-E45A399C013D}" dt="2026-03-17T00:58:28.816" v="605" actId="20577"/>
          <ac:spMkLst>
            <pc:docMk/>
            <pc:sldMk cId="3632366265" sldId="357"/>
            <ac:spMk id="6" creationId="{E640DAD3-C5D3-2712-4778-F18580FB41BF}"/>
          </ac:spMkLst>
        </pc:spChg>
      </pc:sldChg>
      <pc:sldChg chg="modSp mod">
        <pc:chgData name="Clint Harwood" userId="868c4513-4632-4226-bd05-c46b0408d97b" providerId="ADAL" clId="{B6287907-B5C4-40D2-853F-E45A399C013D}" dt="2026-03-17T01:07:46.281" v="802" actId="20577"/>
        <pc:sldMkLst>
          <pc:docMk/>
          <pc:sldMk cId="4105852946" sldId="358"/>
        </pc:sldMkLst>
        <pc:spChg chg="mod">
          <ac:chgData name="Clint Harwood" userId="868c4513-4632-4226-bd05-c46b0408d97b" providerId="ADAL" clId="{B6287907-B5C4-40D2-853F-E45A399C013D}" dt="2026-03-17T01:07:46.281" v="802" actId="20577"/>
          <ac:spMkLst>
            <pc:docMk/>
            <pc:sldMk cId="4105852946" sldId="358"/>
            <ac:spMk id="6" creationId="{43B88748-0EF4-3F3C-2E8F-BDFEE19D26D1}"/>
          </ac:spMkLst>
        </pc:spChg>
      </pc:sldChg>
      <pc:sldChg chg="modSp mod">
        <pc:chgData name="Clint Harwood" userId="868c4513-4632-4226-bd05-c46b0408d97b" providerId="ADAL" clId="{B6287907-B5C4-40D2-853F-E45A399C013D}" dt="2026-03-17T01:08:00.083" v="818" actId="20577"/>
        <pc:sldMkLst>
          <pc:docMk/>
          <pc:sldMk cId="1271979721" sldId="359"/>
        </pc:sldMkLst>
        <pc:spChg chg="mod">
          <ac:chgData name="Clint Harwood" userId="868c4513-4632-4226-bd05-c46b0408d97b" providerId="ADAL" clId="{B6287907-B5C4-40D2-853F-E45A399C013D}" dt="2026-03-17T01:08:00.083" v="818" actId="20577"/>
          <ac:spMkLst>
            <pc:docMk/>
            <pc:sldMk cId="1271979721" sldId="359"/>
            <ac:spMk id="6" creationId="{BD7ACE45-2020-A2B6-E613-C0F0272162A4}"/>
          </ac:spMkLst>
        </pc:spChg>
      </pc:sldChg>
      <pc:sldChg chg="addSp modSp mod ord">
        <pc:chgData name="Clint Harwood" userId="868c4513-4632-4226-bd05-c46b0408d97b" providerId="ADAL" clId="{B6287907-B5C4-40D2-853F-E45A399C013D}" dt="2026-03-17T01:03:27.160" v="671" actId="1076"/>
        <pc:sldMkLst>
          <pc:docMk/>
          <pc:sldMk cId="3523047801" sldId="360"/>
        </pc:sldMkLst>
        <pc:spChg chg="add mod">
          <ac:chgData name="Clint Harwood" userId="868c4513-4632-4226-bd05-c46b0408d97b" providerId="ADAL" clId="{B6287907-B5C4-40D2-853F-E45A399C013D}" dt="2026-03-17T01:00:39.800" v="667" actId="20577"/>
          <ac:spMkLst>
            <pc:docMk/>
            <pc:sldMk cId="3523047801" sldId="360"/>
            <ac:spMk id="4" creationId="{1430E881-B286-EDBA-E8E1-004CC357B989}"/>
          </ac:spMkLst>
        </pc:spChg>
        <pc:spChg chg="mod">
          <ac:chgData name="Clint Harwood" userId="868c4513-4632-4226-bd05-c46b0408d97b" providerId="ADAL" clId="{B6287907-B5C4-40D2-853F-E45A399C013D}" dt="2026-03-17T00:56:39.185" v="426" actId="20577"/>
          <ac:spMkLst>
            <pc:docMk/>
            <pc:sldMk cId="3523047801" sldId="360"/>
            <ac:spMk id="7" creationId="{4036D432-B406-E76C-4B5D-8CE2AFFC9808}"/>
          </ac:spMkLst>
        </pc:spChg>
        <pc:picChg chg="add mod">
          <ac:chgData name="Clint Harwood" userId="868c4513-4632-4226-bd05-c46b0408d97b" providerId="ADAL" clId="{B6287907-B5C4-40D2-853F-E45A399C013D}" dt="2026-03-17T01:03:27.160" v="671" actId="1076"/>
          <ac:picMkLst>
            <pc:docMk/>
            <pc:sldMk cId="3523047801" sldId="360"/>
            <ac:picMk id="6" creationId="{D2098D5E-B1E8-A103-D159-B9CF159EFB77}"/>
          </ac:picMkLst>
        </pc:picChg>
      </pc:sldChg>
      <pc:sldChg chg="modSp mod">
        <pc:chgData name="Clint Harwood" userId="868c4513-4632-4226-bd05-c46b0408d97b" providerId="ADAL" clId="{B6287907-B5C4-40D2-853F-E45A399C013D}" dt="2026-03-17T01:12:45.395" v="972" actId="20577"/>
        <pc:sldMkLst>
          <pc:docMk/>
          <pc:sldMk cId="1785734649" sldId="361"/>
        </pc:sldMkLst>
        <pc:spChg chg="mod">
          <ac:chgData name="Clint Harwood" userId="868c4513-4632-4226-bd05-c46b0408d97b" providerId="ADAL" clId="{B6287907-B5C4-40D2-853F-E45A399C013D}" dt="2026-03-17T01:12:45.395" v="972" actId="20577"/>
          <ac:spMkLst>
            <pc:docMk/>
            <pc:sldMk cId="1785734649" sldId="361"/>
            <ac:spMk id="2" creationId="{C243D3AC-9106-9481-F580-C24081D89B58}"/>
          </ac:spMkLst>
        </pc:spChg>
        <pc:spChg chg="mod">
          <ac:chgData name="Clint Harwood" userId="868c4513-4632-4226-bd05-c46b0408d97b" providerId="ADAL" clId="{B6287907-B5C4-40D2-853F-E45A399C013D}" dt="2026-03-17T01:08:11.769" v="830" actId="20577"/>
          <ac:spMkLst>
            <pc:docMk/>
            <pc:sldMk cId="1785734649" sldId="361"/>
            <ac:spMk id="3" creationId="{A9A86A08-67B0-84AC-7789-9043ACF1212E}"/>
          </ac:spMkLst>
        </pc:spChg>
      </pc:sldChg>
      <pc:sldChg chg="addSp delSp modSp add mod">
        <pc:chgData name="Clint Harwood" userId="868c4513-4632-4226-bd05-c46b0408d97b" providerId="ADAL" clId="{B6287907-B5C4-40D2-853F-E45A399C013D}" dt="2026-03-17T01:14:07.997" v="993" actId="1076"/>
        <pc:sldMkLst>
          <pc:docMk/>
          <pc:sldMk cId="3910277771" sldId="362"/>
        </pc:sldMkLst>
        <pc:picChg chg="add mod">
          <ac:chgData name="Clint Harwood" userId="868c4513-4632-4226-bd05-c46b0408d97b" providerId="ADAL" clId="{B6287907-B5C4-40D2-853F-E45A399C013D}" dt="2026-03-17T01:14:07.997" v="993" actId="1076"/>
          <ac:picMkLst>
            <pc:docMk/>
            <pc:sldMk cId="3910277771" sldId="362"/>
            <ac:picMk id="6" creationId="{87EE872F-D3DD-CCDE-24DE-242A164B3E3A}"/>
          </ac:picMkLst>
        </pc:picChg>
        <pc:picChg chg="del">
          <ac:chgData name="Clint Harwood" userId="868c4513-4632-4226-bd05-c46b0408d97b" providerId="ADAL" clId="{B6287907-B5C4-40D2-853F-E45A399C013D}" dt="2026-03-17T01:14:00.642" v="989" actId="478"/>
          <ac:picMkLst>
            <pc:docMk/>
            <pc:sldMk cId="3910277771" sldId="362"/>
            <ac:picMk id="7" creationId="{8A758023-729C-6D83-19EF-F70205304055}"/>
          </ac:picMkLst>
        </pc:picChg>
      </pc:sldChg>
      <pc:sldChg chg="addSp delSp modSp new mod modClrScheme chgLayout">
        <pc:chgData name="Clint Harwood" userId="868c4513-4632-4226-bd05-c46b0408d97b" providerId="ADAL" clId="{B6287907-B5C4-40D2-853F-E45A399C013D}" dt="2026-03-17T01:18:43.987" v="1168" actId="1076"/>
        <pc:sldMkLst>
          <pc:docMk/>
          <pc:sldMk cId="1526013484" sldId="363"/>
        </pc:sldMkLst>
        <pc:spChg chg="del mod ord">
          <ac:chgData name="Clint Harwood" userId="868c4513-4632-4226-bd05-c46b0408d97b" providerId="ADAL" clId="{B6287907-B5C4-40D2-853F-E45A399C013D}" dt="2026-03-17T01:15:46.456" v="1040" actId="700"/>
          <ac:spMkLst>
            <pc:docMk/>
            <pc:sldMk cId="1526013484" sldId="363"/>
            <ac:spMk id="2" creationId="{178589F4-5099-8485-0C0B-471C320042B5}"/>
          </ac:spMkLst>
        </pc:spChg>
        <pc:spChg chg="del mod ord">
          <ac:chgData name="Clint Harwood" userId="868c4513-4632-4226-bd05-c46b0408d97b" providerId="ADAL" clId="{B6287907-B5C4-40D2-853F-E45A399C013D}" dt="2026-03-17T01:15:46.456" v="1040" actId="700"/>
          <ac:spMkLst>
            <pc:docMk/>
            <pc:sldMk cId="1526013484" sldId="363"/>
            <ac:spMk id="3" creationId="{26A4606C-2435-D980-14BC-F2DC2448E0B1}"/>
          </ac:spMkLst>
        </pc:spChg>
        <pc:spChg chg="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4" creationId="{F2DE0690-72FD-E5B4-30B3-0514ED56D9A3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5" creationId="{522CED3A-0CE5-62EA-9A04-20ED2FD8584D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6" creationId="{74B6E5B9-5876-87B3-4579-1E6E3A4C6B69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7" creationId="{50F04967-6E79-1607-00C5-3BF8F5C13AAF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8" creationId="{9672479F-515D-663B-7B5B-F437F655047B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9" creationId="{636869F7-14E2-C73E-F60A-F2D9124CC8BC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12" creationId="{2214C768-A36C-8563-76CF-B8BC01A45CC3}"/>
          </ac:spMkLst>
        </pc:spChg>
        <pc:spChg chg="add del mod ord">
          <ac:chgData name="Clint Harwood" userId="868c4513-4632-4226-bd05-c46b0408d97b" providerId="ADAL" clId="{B6287907-B5C4-40D2-853F-E45A399C013D}" dt="2026-03-17T01:15:58.733" v="1042" actId="700"/>
          <ac:spMkLst>
            <pc:docMk/>
            <pc:sldMk cId="1526013484" sldId="363"/>
            <ac:spMk id="13" creationId="{FE07C1B9-0C40-38C1-0258-C1E9225D5128}"/>
          </ac:spMkLst>
        </pc:spChg>
        <pc:spChg chg="add mod ord">
          <ac:chgData name="Clint Harwood" userId="868c4513-4632-4226-bd05-c46b0408d97b" providerId="ADAL" clId="{B6287907-B5C4-40D2-853F-E45A399C013D}" dt="2026-03-17T01:16:10.216" v="1071" actId="20577"/>
          <ac:spMkLst>
            <pc:docMk/>
            <pc:sldMk cId="1526013484" sldId="363"/>
            <ac:spMk id="14" creationId="{ECA347DA-4766-9EB6-DDE3-BF39EA6B208D}"/>
          </ac:spMkLst>
        </pc:spChg>
        <pc:spChg chg="add del mod ord">
          <ac:chgData name="Clint Harwood" userId="868c4513-4632-4226-bd05-c46b0408d97b" providerId="ADAL" clId="{B6287907-B5C4-40D2-853F-E45A399C013D}" dt="2026-03-17T01:17:34.948" v="1107" actId="478"/>
          <ac:spMkLst>
            <pc:docMk/>
            <pc:sldMk cId="1526013484" sldId="363"/>
            <ac:spMk id="15" creationId="{769FDCE6-6251-36BD-4C38-851300D4A4A6}"/>
          </ac:spMkLst>
        </pc:spChg>
        <pc:spChg chg="add mod">
          <ac:chgData name="Clint Harwood" userId="868c4513-4632-4226-bd05-c46b0408d97b" providerId="ADAL" clId="{B6287907-B5C4-40D2-853F-E45A399C013D}" dt="2026-03-17T01:18:20.527" v="1165" actId="20577"/>
          <ac:spMkLst>
            <pc:docMk/>
            <pc:sldMk cId="1526013484" sldId="363"/>
            <ac:spMk id="16" creationId="{3947C704-A5B8-0DDF-C5D9-3ACCCA11E5DF}"/>
          </ac:spMkLst>
        </pc:spChg>
        <pc:picChg chg="add mod">
          <ac:chgData name="Clint Harwood" userId="868c4513-4632-4226-bd05-c46b0408d97b" providerId="ADAL" clId="{B6287907-B5C4-40D2-853F-E45A399C013D}" dt="2026-03-17T01:18:43.987" v="1168" actId="1076"/>
          <ac:picMkLst>
            <pc:docMk/>
            <pc:sldMk cId="1526013484" sldId="363"/>
            <ac:picMk id="18" creationId="{33303847-A676-23DE-1CD8-9452782821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32C87-9464-4CB7-AE30-F135B702032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C9CDB-5D65-4DC8-8FA5-71D8F429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3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18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07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0A19-3EC2-276D-0319-69D74D6F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FD776-1979-7E9B-589E-43437A19D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86824-3A24-16DE-7075-E1D2CFB4E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API Tester software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Bruno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3D8C9-21C8-B367-9BB2-2B9C4E185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8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0EFA-86E8-026C-4270-C93787D8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D774A-7F3E-6883-700F-16D08E180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B22A3-61C0-2468-73BF-3A929DD28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8FEFF-4887-1282-2410-DF40E72AB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65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C62E-B61B-B549-F5AB-1B4E94D3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4BD3F-5BB1-4686-741F-FBD662678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0261E-92E6-F201-6181-D6675010B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76B5E-B3FE-AF3A-5496-07082167F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14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61D4-92BE-FFD9-DE9B-A678BA25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6207-06E5-F7A5-5BF2-B4575C41D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D1F78-CA97-9795-E188-26F433DCB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developer tools are available within the Developer Console with the exception of the Workday Extend Plugin for IntelliJ</a:t>
            </a:r>
          </a:p>
          <a:p>
            <a:endParaRPr lang="en-US" dirty="0"/>
          </a:p>
          <a:p>
            <a:r>
              <a:rPr lang="en-US" dirty="0"/>
              <a:t>IntelliJ is a third-party software that is not commonly used anymore but does offer some utility for backing up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C2A46-EF8B-19D2-1DB8-83BDF3B9B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19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6CB8-EBE0-F2D6-F26F-1031D5A0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7AA48-F3F4-5A8F-06CA-43C524F23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95B46-071B-9DAC-E940-952F7E8FF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1C05-5BA4-FABA-D319-504151DD7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8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Slide">
    <p:bg>
      <p:bgPr>
        <a:solidFill>
          <a:srgbClr val="93C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>
            <a:extLst>
              <a:ext uri="{FF2B5EF4-FFF2-40B4-BE49-F238E27FC236}">
                <a16:creationId xmlns:a16="http://schemas.microsoft.com/office/drawing/2014/main" id="{EDE4D47D-E352-C1FF-A161-A9E4B2829ED0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5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0274" y="0"/>
            <a:ext cx="7031725" cy="68510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C716E568-9DEB-C107-DB67-C960F1959545}"/>
              </a:ext>
            </a:extLst>
          </p:cNvPr>
          <p:cNvSpPr/>
          <p:nvPr userDrawn="1"/>
        </p:nvSpPr>
        <p:spPr>
          <a:xfrm>
            <a:off x="1797125" y="0"/>
            <a:ext cx="5923200" cy="6858000"/>
          </a:xfrm>
          <a:prstGeom prst="ellipse">
            <a:avLst/>
          </a:prstGeom>
          <a:solidFill>
            <a:srgbClr val="93C8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57;p13">
            <a:extLst>
              <a:ext uri="{FF2B5EF4-FFF2-40B4-BE49-F238E27FC236}">
                <a16:creationId xmlns:a16="http://schemas.microsoft.com/office/drawing/2014/main" id="{9662F6AC-FDC6-7359-63D2-882BAA0DA926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499" y="311824"/>
            <a:ext cx="1406177" cy="6330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59;p13">
            <a:extLst>
              <a:ext uri="{FF2B5EF4-FFF2-40B4-BE49-F238E27FC236}">
                <a16:creationId xmlns:a16="http://schemas.microsoft.com/office/drawing/2014/main" id="{85C82105-4B9D-F7F5-703A-30090E267AC0}"/>
              </a:ext>
            </a:extLst>
          </p:cNvPr>
          <p:cNvGrpSpPr/>
          <p:nvPr userDrawn="1"/>
        </p:nvGrpSpPr>
        <p:grpSpPr>
          <a:xfrm rot="10800000">
            <a:off x="11722654" y="0"/>
            <a:ext cx="469343" cy="6858000"/>
            <a:chOff x="-50800" y="-51010"/>
            <a:chExt cx="349251" cy="5194510"/>
          </a:xfrm>
        </p:grpSpPr>
        <p:pic>
          <p:nvPicPr>
            <p:cNvPr id="13" name="Google Shape;60;p13">
              <a:extLst>
                <a:ext uri="{FF2B5EF4-FFF2-40B4-BE49-F238E27FC236}">
                  <a16:creationId xmlns:a16="http://schemas.microsoft.com/office/drawing/2014/main" id="{DAE99488-598C-E5C9-32A9-C06F8197BAD2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61;p13">
              <a:extLst>
                <a:ext uri="{FF2B5EF4-FFF2-40B4-BE49-F238E27FC236}">
                  <a16:creationId xmlns:a16="http://schemas.microsoft.com/office/drawing/2014/main" id="{BB281F6C-A885-3CBD-525F-D9421D78B964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62;p13">
              <a:extLst>
                <a:ext uri="{FF2B5EF4-FFF2-40B4-BE49-F238E27FC236}">
                  <a16:creationId xmlns:a16="http://schemas.microsoft.com/office/drawing/2014/main" id="{B126FFF3-8FCF-5346-F6AC-91B775D82B55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63;p13">
              <a:extLst>
                <a:ext uri="{FF2B5EF4-FFF2-40B4-BE49-F238E27FC236}">
                  <a16:creationId xmlns:a16="http://schemas.microsoft.com/office/drawing/2014/main" id="{E05AA2AD-B1C8-39AA-3376-B7AD1546D6D4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149B2E-45BD-56CC-6A4E-A6D87F7A4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474" y="1384577"/>
            <a:ext cx="5703206" cy="2852737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Headline for presentation to go in this location.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5E7208-E770-FF5E-67B6-70D2A75B9E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Presented by Jane Doe - Date</a:t>
            </a:r>
          </a:p>
        </p:txBody>
      </p:sp>
    </p:spTree>
    <p:extLst>
      <p:ext uri="{BB962C8B-B14F-4D97-AF65-F5344CB8AC3E}">
        <p14:creationId xmlns:p14="http://schemas.microsoft.com/office/powerpoint/2010/main" val="29779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white circle&#10;&#10;Description automatically generated">
            <a:extLst>
              <a:ext uri="{FF2B5EF4-FFF2-40B4-BE49-F238E27FC236}">
                <a16:creationId xmlns:a16="http://schemas.microsoft.com/office/drawing/2014/main" id="{908B0B3B-5854-A617-9015-46B90F344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oogle Shape;74;p14">
            <a:extLst>
              <a:ext uri="{FF2B5EF4-FFF2-40B4-BE49-F238E27FC236}">
                <a16:creationId xmlns:a16="http://schemas.microsoft.com/office/drawing/2014/main" id="{873A3693-6701-C718-813F-6B2B67D7B011}"/>
              </a:ext>
            </a:extLst>
          </p:cNvPr>
          <p:cNvGrpSpPr/>
          <p:nvPr userDrawn="1"/>
        </p:nvGrpSpPr>
        <p:grpSpPr>
          <a:xfrm>
            <a:off x="0" y="0"/>
            <a:ext cx="548033" cy="6865936"/>
            <a:chOff x="2" y="-23948"/>
            <a:chExt cx="347435" cy="5167499"/>
          </a:xfrm>
        </p:grpSpPr>
        <p:pic>
          <p:nvPicPr>
            <p:cNvPr id="9" name="Google Shape;75;p14">
              <a:extLst>
                <a:ext uri="{FF2B5EF4-FFF2-40B4-BE49-F238E27FC236}">
                  <a16:creationId xmlns:a16="http://schemas.microsoft.com/office/drawing/2014/main" id="{3B1E2BF6-635B-8B0B-CA80-9DF22230808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6;p14">
              <a:extLst>
                <a:ext uri="{FF2B5EF4-FFF2-40B4-BE49-F238E27FC236}">
                  <a16:creationId xmlns:a16="http://schemas.microsoft.com/office/drawing/2014/main" id="{7D4B6114-D3BE-3EE5-5ABA-3A0FCDDCA9D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7;p14">
              <a:extLst>
                <a:ext uri="{FF2B5EF4-FFF2-40B4-BE49-F238E27FC236}">
                  <a16:creationId xmlns:a16="http://schemas.microsoft.com/office/drawing/2014/main" id="{5D5CEE5D-30AD-0812-A61D-9857DEB257F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78;p14">
              <a:extLst>
                <a:ext uri="{FF2B5EF4-FFF2-40B4-BE49-F238E27FC236}">
                  <a16:creationId xmlns:a16="http://schemas.microsoft.com/office/drawing/2014/main" id="{53782741-EE1C-BFB6-8449-D01BE355337D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Google Shape;73;p14">
            <a:extLst>
              <a:ext uri="{FF2B5EF4-FFF2-40B4-BE49-F238E27FC236}">
                <a16:creationId xmlns:a16="http://schemas.microsoft.com/office/drawing/2014/main" id="{B019080F-D915-E522-024A-5B7CCC19189E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262C9-C9DC-5902-6AE7-4C0B22BE0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0652" y="702234"/>
            <a:ext cx="2021478" cy="549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D14862-786C-6E5A-6AFD-0A98BC474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0177" y="1252220"/>
            <a:ext cx="4899148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Space for a brief introduction followed by a table of contents.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CBAF062-B0B1-D920-320A-4D1644056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8315" y="2065020"/>
            <a:ext cx="4314825" cy="25087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Full Width Column…………………………………3</a:t>
            </a:r>
          </a:p>
          <a:p>
            <a:pPr lvl="0"/>
            <a:r>
              <a:rPr lang="en-US"/>
              <a:t>Two Column Content…………………......…4</a:t>
            </a:r>
          </a:p>
          <a:p>
            <a:pPr lvl="0"/>
            <a:r>
              <a:rPr lang="en-US"/>
              <a:t>Text Right Image Left………………….………5</a:t>
            </a:r>
          </a:p>
          <a:p>
            <a:pPr lvl="0"/>
            <a:r>
              <a:rPr lang="en-US"/>
              <a:t>Text Left Image Right…………………...…….6</a:t>
            </a:r>
          </a:p>
          <a:p>
            <a:pPr lvl="0"/>
            <a:r>
              <a:rPr lang="en-US"/>
              <a:t>Chapter Break Styles………………………….7</a:t>
            </a:r>
          </a:p>
          <a:p>
            <a:pPr lvl="0"/>
            <a:r>
              <a:rPr lang="en-US"/>
              <a:t>Charts, Bullet points &amp; Buton….….10</a:t>
            </a:r>
          </a:p>
          <a:p>
            <a:pPr lvl="0"/>
            <a:r>
              <a:rPr lang="en-US"/>
              <a:t>Colored Images…………………………………...13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95114-633C-B5DF-E0AA-3198870ABF7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2579E-C4EA-5429-75B5-13DAA9AB9DB9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2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88" userDrawn="1">
          <p15:clr>
            <a:srgbClr val="FBAE40"/>
          </p15:clr>
        </p15:guide>
        <p15:guide id="3" pos="28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sitting at a table&#10;&#10;Description automatically generated">
            <a:extLst>
              <a:ext uri="{FF2B5EF4-FFF2-40B4-BE49-F238E27FC236}">
                <a16:creationId xmlns:a16="http://schemas.microsoft.com/office/drawing/2014/main" id="{B62C3166-75FE-9E85-6E72-34EC16B183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Picture 8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480BBCF0-9328-2866-45B2-7402197A9F4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3146" y="1234150"/>
            <a:ext cx="2294291" cy="22942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B751B3-EC24-44C7-09F9-6DB577537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4"/>
            <a:ext cx="4859219" cy="4643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Introductions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6A630D0-1455-0F82-4ACE-6F363C1CE3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85985" y="1785736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366385-EA2E-0977-8453-2D69E0566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952" y="3182381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pic>
        <p:nvPicPr>
          <p:cNvPr id="26" name="Picture 25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435CB471-677A-C9A0-000D-99DE5A87F2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5123" y="1242028"/>
            <a:ext cx="2294291" cy="2294291"/>
          </a:xfrm>
          <a:prstGeom prst="rect">
            <a:avLst/>
          </a:prstGeom>
        </p:spPr>
      </p:pic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DEEEF1CC-052E-9014-7304-EB8912A70BA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07962" y="1793614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4" name="Picture 33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38CC9AAA-7112-AA7E-2958-AE0A63BCCB2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9563" y="3920858"/>
            <a:ext cx="2294291" cy="2294291"/>
          </a:xfrm>
          <a:prstGeom prst="rect">
            <a:avLst/>
          </a:prstGeom>
        </p:spPr>
      </p:pic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D9632E7E-0291-9805-3AA0-AF2972FE295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02402" y="4472444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8" name="Picture 37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3A9D4F83-9D57-FBD1-8FEC-FE55E30C26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2026" y="3904617"/>
            <a:ext cx="2294291" cy="2294291"/>
          </a:xfrm>
          <a:prstGeom prst="rect">
            <a:avLst/>
          </a:prstGeom>
        </p:spPr>
      </p:pic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F2D9FC10-A623-3549-0A16-07A95709F1C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804865" y="4456203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67F3D46B-210F-35F0-0480-6615D04D7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33135" y="3208470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4834917C-DC8C-463A-FD02-287AAF40BE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8099" y="5826282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249BC89E-62CE-6349-77E9-CE6EC4524F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46264" y="5826282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011641B0-A663-FB66-877B-9DD68B80F444}"/>
              </a:ext>
            </a:extLst>
          </p:cNvPr>
          <p:cNvPicPr preferRelativeResize="0"/>
          <p:nvPr userDrawn="1"/>
        </p:nvPicPr>
        <p:blipFill>
          <a:blip r:embed="rId6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D3FE2B-3539-C729-53E4-D1401DC2C8D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75D55D-683E-4FF6-63D0-0F65DA16DF6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5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6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Google Shape;90;p15">
            <a:extLst>
              <a:ext uri="{FF2B5EF4-FFF2-40B4-BE49-F238E27FC236}">
                <a16:creationId xmlns:a16="http://schemas.microsoft.com/office/drawing/2014/main" id="{55189AF5-04F2-D8F4-ED32-3AB37AA96C8B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B8C637-327F-4712-4C7F-E8196D08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0FE3E04-30C9-FADB-7E98-743C3E40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D03FF-4790-CB69-0BEA-610298291F91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6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4" y="697765"/>
            <a:ext cx="9220204" cy="4795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8DC96-F5A2-7A00-4BEC-6D7FC314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624" y="1600201"/>
            <a:ext cx="423202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slides</a:t>
            </a:r>
          </a:p>
          <a:p>
            <a:pPr lvl="2"/>
            <a:r>
              <a:rPr lang="en-US"/>
              <a:t>Click to edit master text slides</a:t>
            </a:r>
          </a:p>
          <a:p>
            <a:pPr lvl="1"/>
            <a:endParaRPr lang="en-US"/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2A4F84-0066-8B92-3E18-C4C2F5FC342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00800" y="1611923"/>
            <a:ext cx="423202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slides</a:t>
            </a:r>
          </a:p>
          <a:p>
            <a:pPr lvl="2"/>
            <a:r>
              <a:rPr lang="en-US"/>
              <a:t>Click to edit master text slides</a:t>
            </a:r>
          </a:p>
          <a:p>
            <a:pPr lvl="1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5716EB8-CE24-0C7B-A7D4-0D02BB9A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oogle Shape;90;p15">
            <a:extLst>
              <a:ext uri="{FF2B5EF4-FFF2-40B4-BE49-F238E27FC236}">
                <a16:creationId xmlns:a16="http://schemas.microsoft.com/office/drawing/2014/main" id="{DAC1024C-B160-68E9-2A4F-38864430BFC0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9BB092-76C1-0B31-0252-7D3E75D62ADA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5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itting at a table&#10;&#10;Description automatically generated">
            <a:extLst>
              <a:ext uri="{FF2B5EF4-FFF2-40B4-BE49-F238E27FC236}">
                <a16:creationId xmlns:a16="http://schemas.microsoft.com/office/drawing/2014/main" id="{C32C9B9E-DA15-1DB4-C543-7E275CB8BA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031"/>
          <a:stretch/>
        </p:blipFill>
        <p:spPr>
          <a:xfrm>
            <a:off x="5246370" y="0"/>
            <a:ext cx="694563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4599" y="694289"/>
            <a:ext cx="5570562" cy="483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Headlines for text left</a:t>
            </a:r>
          </a:p>
        </p:txBody>
      </p:sp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028"/>
            <a:ext cx="5570562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727C4-7997-C0A8-17AD-0130B9C4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oogle Shape;73;p14">
            <a:extLst>
              <a:ext uri="{FF2B5EF4-FFF2-40B4-BE49-F238E27FC236}">
                <a16:creationId xmlns:a16="http://schemas.microsoft.com/office/drawing/2014/main" id="{D3F97B9C-129B-16BD-3D34-A2CC585F8A1B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7A3FF8-2DE8-F511-7A41-C8EF10E8378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63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eft Image Righ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orking together&#10;&#10;Description automatically generated">
            <a:extLst>
              <a:ext uri="{FF2B5EF4-FFF2-40B4-BE49-F238E27FC236}">
                <a16:creationId xmlns:a16="http://schemas.microsoft.com/office/drawing/2014/main" id="{5A04A848-2F07-F46E-61FC-E193775DCD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938010" cy="6858000"/>
          </a:xfrm>
          <a:prstGeom prst="rect">
            <a:avLst/>
          </a:prstGeom>
        </p:spPr>
      </p:pic>
      <p:grpSp>
        <p:nvGrpSpPr>
          <p:cNvPr id="7" name="Google Shape;74;p14">
            <a:extLst>
              <a:ext uri="{FF2B5EF4-FFF2-40B4-BE49-F238E27FC236}">
                <a16:creationId xmlns:a16="http://schemas.microsoft.com/office/drawing/2014/main" id="{0E002705-CC87-3F28-471D-BC49F7EDEBDF}"/>
              </a:ext>
            </a:extLst>
          </p:cNvPr>
          <p:cNvGrpSpPr/>
          <p:nvPr userDrawn="1"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8" name="Google Shape;75;p14">
              <a:extLst>
                <a:ext uri="{FF2B5EF4-FFF2-40B4-BE49-F238E27FC236}">
                  <a16:creationId xmlns:a16="http://schemas.microsoft.com/office/drawing/2014/main" id="{BC7771B3-7426-E888-B3A7-6F96F6C66EF8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6;p14">
              <a:extLst>
                <a:ext uri="{FF2B5EF4-FFF2-40B4-BE49-F238E27FC236}">
                  <a16:creationId xmlns:a16="http://schemas.microsoft.com/office/drawing/2014/main" id="{2DAC050F-EA63-261D-7AA9-3A8074E75880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7;p14">
              <a:extLst>
                <a:ext uri="{FF2B5EF4-FFF2-40B4-BE49-F238E27FC236}">
                  <a16:creationId xmlns:a16="http://schemas.microsoft.com/office/drawing/2014/main" id="{B4738746-4FCC-2A3C-14D4-8E536869550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8;p14">
              <a:extLst>
                <a:ext uri="{FF2B5EF4-FFF2-40B4-BE49-F238E27FC236}">
                  <a16:creationId xmlns:a16="http://schemas.microsoft.com/office/drawing/2014/main" id="{C94F1EB7-F55B-C9E0-F7E8-D4CA11718E7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73;p14">
            <a:extLst>
              <a:ext uri="{FF2B5EF4-FFF2-40B4-BE49-F238E27FC236}">
                <a16:creationId xmlns:a16="http://schemas.microsoft.com/office/drawing/2014/main" id="{A055FAFF-4336-AC37-4841-7E68C42B2005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CAA8AC2-C491-69F1-C4B3-C3085284A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Headlines for text right.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80CC554-6580-8523-742B-CBBD869FE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B9BD0-0268-D4A7-CA2C-950259A728CE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26A4B04-C113-613C-5B6D-2FA6F808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0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3552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Green Section Header">
    <p:bg>
      <p:bgPr>
        <a:solidFill>
          <a:srgbClr val="93C84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6;p19">
            <a:extLst>
              <a:ext uri="{FF2B5EF4-FFF2-40B4-BE49-F238E27FC236}">
                <a16:creationId xmlns:a16="http://schemas.microsoft.com/office/drawing/2014/main" id="{40584528-5F09-D00E-D363-BD39CA9F30D4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7;p19">
            <a:extLst>
              <a:ext uri="{FF2B5EF4-FFF2-40B4-BE49-F238E27FC236}">
                <a16:creationId xmlns:a16="http://schemas.microsoft.com/office/drawing/2014/main" id="{1C2D7809-340C-BB03-120E-C83A031B11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C847">
              <a:alpha val="6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A8127C7-4B56-89A6-BB60-0AE7EEF799A6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480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Orange Section Header">
    <p:bg>
      <p:bgPr>
        <a:solidFill>
          <a:srgbClr val="F0A44B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4;p20">
            <a:extLst>
              <a:ext uri="{FF2B5EF4-FFF2-40B4-BE49-F238E27FC236}">
                <a16:creationId xmlns:a16="http://schemas.microsoft.com/office/drawing/2014/main" id="{C3F55D31-0402-B9AE-7650-0A952BA4AF5E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8"/>
            <a:ext cx="12192000" cy="68580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5;p20">
            <a:extLst>
              <a:ext uri="{FF2B5EF4-FFF2-40B4-BE49-F238E27FC236}">
                <a16:creationId xmlns:a16="http://schemas.microsoft.com/office/drawing/2014/main" id="{0E86E09F-1BF7-0EC4-D63A-89AE2AE37563}"/>
              </a:ext>
            </a:extLst>
          </p:cNvPr>
          <p:cNvSpPr/>
          <p:nvPr userDrawn="1"/>
        </p:nvSpPr>
        <p:spPr>
          <a:xfrm>
            <a:off x="0" y="0"/>
            <a:ext cx="12192000" cy="6858027"/>
          </a:xfrm>
          <a:prstGeom prst="rect">
            <a:avLst/>
          </a:prstGeom>
          <a:solidFill>
            <a:srgbClr val="F0A44B">
              <a:alpha val="69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FBE324B4-A421-6E97-5A05-50F6DF3E8594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;p3">
            <a:extLst>
              <a:ext uri="{FF2B5EF4-FFF2-40B4-BE49-F238E27FC236}">
                <a16:creationId xmlns:a16="http://schemas.microsoft.com/office/drawing/2014/main" id="{294748A2-970B-23E4-6F07-BD8FAC07DEB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1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Purple Section Header">
    <p:bg>
      <p:bgPr>
        <a:solidFill>
          <a:srgbClr val="756AA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2;p21">
            <a:extLst>
              <a:ext uri="{FF2B5EF4-FFF2-40B4-BE49-F238E27FC236}">
                <a16:creationId xmlns:a16="http://schemas.microsoft.com/office/drawing/2014/main" id="{31741A1A-8DCB-C346-D850-1207EA6CB40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7535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3;p21">
            <a:extLst>
              <a:ext uri="{FF2B5EF4-FFF2-40B4-BE49-F238E27FC236}">
                <a16:creationId xmlns:a16="http://schemas.microsoft.com/office/drawing/2014/main" id="{E50E6F3A-0C90-37AD-E5FE-AB0089B9FE1A}"/>
              </a:ext>
            </a:extLst>
          </p:cNvPr>
          <p:cNvSpPr/>
          <p:nvPr userDrawn="1"/>
        </p:nvSpPr>
        <p:spPr>
          <a:xfrm>
            <a:off x="0" y="0"/>
            <a:ext cx="12175350" cy="6902450"/>
          </a:xfrm>
          <a:prstGeom prst="rect">
            <a:avLst/>
          </a:prstGeom>
          <a:solidFill>
            <a:srgbClr val="756AA0">
              <a:alpha val="65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73;p14">
            <a:extLst>
              <a:ext uri="{FF2B5EF4-FFF2-40B4-BE49-F238E27FC236}">
                <a16:creationId xmlns:a16="http://schemas.microsoft.com/office/drawing/2014/main" id="{AEAB26AE-1AF2-2C37-CB19-06D6ABD758D5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E1B02EFF-B6D0-0D62-1C65-31CDD326CDF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58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tyles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86335"/>
            <a:ext cx="9220204" cy="4566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Styles for charts.</a:t>
            </a:r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Google Shape;90;p15">
            <a:extLst>
              <a:ext uri="{FF2B5EF4-FFF2-40B4-BE49-F238E27FC236}">
                <a16:creationId xmlns:a16="http://schemas.microsoft.com/office/drawing/2014/main" id="{6847B1C8-5038-31F9-2966-C6AF69133E23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9EC865A-B90C-C33D-03AD-FFD17C5A87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A1C76-48A8-A8AE-F5E6-EA03CD2B09B8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2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Style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miling at camera&#10;&#10;Description automatically generated">
            <a:extLst>
              <a:ext uri="{FF2B5EF4-FFF2-40B4-BE49-F238E27FC236}">
                <a16:creationId xmlns:a16="http://schemas.microsoft.com/office/drawing/2014/main" id="{49B738D8-CB58-D826-EF32-56C6096710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219"/>
          <a:stretch/>
        </p:blipFill>
        <p:spPr>
          <a:xfrm>
            <a:off x="5269230" y="0"/>
            <a:ext cx="6922770" cy="6858000"/>
          </a:xfrm>
          <a:prstGeom prst="rect">
            <a:avLst/>
          </a:prstGeom>
        </p:spPr>
      </p:pic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321"/>
            <a:ext cx="5593422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6286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10858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lvl="2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B751B3-EC24-44C7-09F9-6DB577537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60539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Bullet point styles.</a:t>
            </a:r>
          </a:p>
        </p:txBody>
      </p:sp>
      <p:pic>
        <p:nvPicPr>
          <p:cNvPr id="8" name="Google Shape;73;p14">
            <a:extLst>
              <a:ext uri="{FF2B5EF4-FFF2-40B4-BE49-F238E27FC236}">
                <a16:creationId xmlns:a16="http://schemas.microsoft.com/office/drawing/2014/main" id="{D671AD05-C359-163E-7FFC-ECAD129F32F3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25196E-9056-138F-14A3-E490D706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04FA6-C1D1-0007-CF4A-CC228CD5542C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58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tton Style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miling at a computer&#10;&#10;Description automatically generated">
            <a:extLst>
              <a:ext uri="{FF2B5EF4-FFF2-40B4-BE49-F238E27FC236}">
                <a16:creationId xmlns:a16="http://schemas.microsoft.com/office/drawing/2014/main" id="{C1D7A77D-92EE-1983-98DC-A269133E8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oogle Shape;74;p14">
            <a:extLst>
              <a:ext uri="{FF2B5EF4-FFF2-40B4-BE49-F238E27FC236}">
                <a16:creationId xmlns:a16="http://schemas.microsoft.com/office/drawing/2014/main" id="{512C82E3-D0E4-0C04-CB9B-9D7933281A85}"/>
              </a:ext>
            </a:extLst>
          </p:cNvPr>
          <p:cNvGrpSpPr/>
          <p:nvPr userDrawn="1"/>
        </p:nvGrpSpPr>
        <p:grpSpPr>
          <a:xfrm>
            <a:off x="0" y="0"/>
            <a:ext cx="548033" cy="6865936"/>
            <a:chOff x="2" y="-23948"/>
            <a:chExt cx="347435" cy="5167499"/>
          </a:xfrm>
        </p:grpSpPr>
        <p:pic>
          <p:nvPicPr>
            <p:cNvPr id="8" name="Google Shape;75;p14">
              <a:extLst>
                <a:ext uri="{FF2B5EF4-FFF2-40B4-BE49-F238E27FC236}">
                  <a16:creationId xmlns:a16="http://schemas.microsoft.com/office/drawing/2014/main" id="{CE42B3CB-915E-68CF-D7B2-ED663B15EAF4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6;p14">
              <a:extLst>
                <a:ext uri="{FF2B5EF4-FFF2-40B4-BE49-F238E27FC236}">
                  <a16:creationId xmlns:a16="http://schemas.microsoft.com/office/drawing/2014/main" id="{E9C2083F-6F85-6B54-8858-0FBD1FD1A7B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7;p14">
              <a:extLst>
                <a:ext uri="{FF2B5EF4-FFF2-40B4-BE49-F238E27FC236}">
                  <a16:creationId xmlns:a16="http://schemas.microsoft.com/office/drawing/2014/main" id="{5B903F00-B650-EC64-B1CC-60F666DD75D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8;p14">
              <a:extLst>
                <a:ext uri="{FF2B5EF4-FFF2-40B4-BE49-F238E27FC236}">
                  <a16:creationId xmlns:a16="http://schemas.microsoft.com/office/drawing/2014/main" id="{75FA782E-6A9F-E413-FA4A-63B7599E776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588770"/>
            <a:ext cx="5559672" cy="36690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E57E62-D532-AB85-D489-8F6289D34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55967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Button style &amp; paragraph.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CA6F1-590A-B367-741E-51336332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3;p14">
            <a:extLst>
              <a:ext uri="{FF2B5EF4-FFF2-40B4-BE49-F238E27FC236}">
                <a16:creationId xmlns:a16="http://schemas.microsoft.com/office/drawing/2014/main" id="{D1C6058B-99CB-EB97-B768-9E1C0C811AB4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1EF2C5-344F-B1FC-E46F-5D4C86B82DCD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5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Grey Phot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02;p25">
            <a:extLst>
              <a:ext uri="{FF2B5EF4-FFF2-40B4-BE49-F238E27FC236}">
                <a16:creationId xmlns:a16="http://schemas.microsoft.com/office/drawing/2014/main" id="{E1B31BF2-0274-419B-8B10-C88D965A5890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1999" cy="6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3B2AF631-BAEC-FA02-4F69-45BD71354E9B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06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Orange Photo">
    <p:bg>
      <p:bgPr>
        <a:solidFill>
          <a:srgbClr val="F0A44B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0;p28">
            <a:extLst>
              <a:ext uri="{FF2B5EF4-FFF2-40B4-BE49-F238E27FC236}">
                <a16:creationId xmlns:a16="http://schemas.microsoft.com/office/drawing/2014/main" id="{821381BF-0F25-86E8-4A32-EA6BF74F4C91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3B6D7192-C6F8-E3A1-3ADE-BB7FD3191B25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490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Purple Photo">
    <p:bg>
      <p:bgPr>
        <a:solidFill>
          <a:srgbClr val="756AA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5;p27">
            <a:extLst>
              <a:ext uri="{FF2B5EF4-FFF2-40B4-BE49-F238E27FC236}">
                <a16:creationId xmlns:a16="http://schemas.microsoft.com/office/drawing/2014/main" id="{F72A3A33-BDE9-2B11-696E-42F73B8C3A26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F9FE4B3-B8B7-8ABE-4E15-FA27DE7B79A8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48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Green Photo">
    <p:bg>
      <p:bgPr>
        <a:solidFill>
          <a:srgbClr val="93C84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8;p26">
            <a:extLst>
              <a:ext uri="{FF2B5EF4-FFF2-40B4-BE49-F238E27FC236}">
                <a16:creationId xmlns:a16="http://schemas.microsoft.com/office/drawing/2014/main" id="{30E89CAB-8451-BA75-3D86-8ACF9368ADF2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71906301-F4C7-7FCC-1426-FB8775AAC263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0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Statemen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25113"/>
            <a:ext cx="9196510" cy="47830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3E74E6-0E74-30CC-8A9E-789AA206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90;p15">
            <a:extLst>
              <a:ext uri="{FF2B5EF4-FFF2-40B4-BE49-F238E27FC236}">
                <a16:creationId xmlns:a16="http://schemas.microsoft.com/office/drawing/2014/main" id="{E9FA2C5F-2DF5-8D79-793F-8161AC762E26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39E06D-E56A-C13B-62C8-2340DB716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55967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Confidentiality Statement.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C0B18-540F-51E0-7512-6B72F64EF9E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">
    <p:bg>
      <p:bgPr>
        <a:solidFill>
          <a:srgbClr val="93C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226;p29">
            <a:extLst>
              <a:ext uri="{FF2B5EF4-FFF2-40B4-BE49-F238E27FC236}">
                <a16:creationId xmlns:a16="http://schemas.microsoft.com/office/drawing/2014/main" id="{E130A4DC-CEDF-FAFE-95EB-56BDD434B56B}"/>
              </a:ext>
            </a:extLst>
          </p:cNvPr>
          <p:cNvSpPr/>
          <p:nvPr userDrawn="1"/>
        </p:nvSpPr>
        <p:spPr>
          <a:xfrm>
            <a:off x="507999" y="0"/>
            <a:ext cx="4780898" cy="6883483"/>
          </a:xfrm>
          <a:prstGeom prst="rect">
            <a:avLst/>
          </a:prstGeom>
          <a:solidFill>
            <a:srgbClr val="EE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99BD69C5-F36E-F5A1-1BB5-94E616055584}"/>
              </a:ext>
            </a:extLst>
          </p:cNvPr>
          <p:cNvSpPr/>
          <p:nvPr userDrawn="1"/>
        </p:nvSpPr>
        <p:spPr>
          <a:xfrm>
            <a:off x="1813487" y="-12229"/>
            <a:ext cx="6141515" cy="6905398"/>
          </a:xfrm>
          <a:prstGeom prst="ellipse">
            <a:avLst/>
          </a:prstGeom>
          <a:solidFill>
            <a:srgbClr val="EE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234;p29">
            <a:extLst>
              <a:ext uri="{FF2B5EF4-FFF2-40B4-BE49-F238E27FC236}">
                <a16:creationId xmlns:a16="http://schemas.microsoft.com/office/drawing/2014/main" id="{D6148C73-848A-8D82-8A61-B58419ED5033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984" y="2514050"/>
            <a:ext cx="2273477" cy="10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36;p29">
            <a:extLst>
              <a:ext uri="{FF2B5EF4-FFF2-40B4-BE49-F238E27FC236}">
                <a16:creationId xmlns:a16="http://schemas.microsoft.com/office/drawing/2014/main" id="{84A8AFA1-D097-91F9-40B6-FA86B7B15DDC}"/>
              </a:ext>
            </a:extLst>
          </p:cNvPr>
          <p:cNvSpPr txBox="1"/>
          <p:nvPr userDrawn="1"/>
        </p:nvSpPr>
        <p:spPr>
          <a:xfrm>
            <a:off x="7883679" y="3599352"/>
            <a:ext cx="4628085" cy="56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www.thegroove.io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B1E8C40-6A55-C48C-871D-CD0FA4A83C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2875" y="2133844"/>
            <a:ext cx="4683125" cy="76041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Contact Us!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8AA11B9-FB78-DAEE-B496-4EF1E1CD9B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3995616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jdoe@thegroove.io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97CC3B7-1E0D-CC7B-F70D-330E53A11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09700" y="3601468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555-555-5555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0E0600C-7C83-6C4B-EA49-A0F3685B3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9700" y="3217875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91638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936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Thank You Slide">
    <p:bg>
      <p:bgPr>
        <a:solidFill>
          <a:srgbClr val="93C84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8;p26">
            <a:extLst>
              <a:ext uri="{FF2B5EF4-FFF2-40B4-BE49-F238E27FC236}">
                <a16:creationId xmlns:a16="http://schemas.microsoft.com/office/drawing/2014/main" id="{30E89CAB-8451-BA75-3D86-8ACF9368ADF2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4;p31">
            <a:extLst>
              <a:ext uri="{FF2B5EF4-FFF2-40B4-BE49-F238E27FC236}">
                <a16:creationId xmlns:a16="http://schemas.microsoft.com/office/drawing/2014/main" id="{FDF6D7B5-8441-E1A9-07BC-E24AEAE978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C847">
              <a:alpha val="6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55;p31">
            <a:extLst>
              <a:ext uri="{FF2B5EF4-FFF2-40B4-BE49-F238E27FC236}">
                <a16:creationId xmlns:a16="http://schemas.microsoft.com/office/drawing/2014/main" id="{297208A7-2FF5-EBE1-7DED-B557B8A9B12F}"/>
              </a:ext>
            </a:extLst>
          </p:cNvPr>
          <p:cNvSpPr txBox="1"/>
          <p:nvPr userDrawn="1"/>
        </p:nvSpPr>
        <p:spPr>
          <a:xfrm>
            <a:off x="3993439" y="2692140"/>
            <a:ext cx="4205123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 sz="59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Google Shape;256;p31">
            <a:extLst>
              <a:ext uri="{FF2B5EF4-FFF2-40B4-BE49-F238E27FC236}">
                <a16:creationId xmlns:a16="http://schemas.microsoft.com/office/drawing/2014/main" id="{95E471CE-31A2-124B-657D-8ED2A7DBE7AD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625" y="4398075"/>
            <a:ext cx="1492750" cy="6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57;p31">
            <a:extLst>
              <a:ext uri="{FF2B5EF4-FFF2-40B4-BE49-F238E27FC236}">
                <a16:creationId xmlns:a16="http://schemas.microsoft.com/office/drawing/2014/main" id="{10644AFA-85AA-442E-9866-B028C157DAE9}"/>
              </a:ext>
            </a:extLst>
          </p:cNvPr>
          <p:cNvSpPr txBox="1"/>
          <p:nvPr userDrawn="1"/>
        </p:nvSpPr>
        <p:spPr>
          <a:xfrm>
            <a:off x="3311769" y="3584066"/>
            <a:ext cx="5568462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 more information, visit www.thegroove.io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5112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eft Image Right">
  <p:cSld name="2_Text Left Image Right">
    <p:bg>
      <p:bgPr>
        <a:solidFill>
          <a:srgbClr val="EEEFF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 descr="A group of people working togeth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922"/>
          <a:stretch/>
        </p:blipFill>
        <p:spPr>
          <a:xfrm>
            <a:off x="0" y="0"/>
            <a:ext cx="695894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6"/>
          <p:cNvGrpSpPr/>
          <p:nvPr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211" name="Google Shape;211;p26"/>
            <p:cNvPicPr preferRelativeResize="0"/>
            <p:nvPr/>
          </p:nvPicPr>
          <p:blipFill rotWithShape="1">
            <a:blip r:embed="rId3">
              <a:alphaModFix/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 amt="64000"/>
          </a:blip>
          <a:srcRect/>
          <a:stretch/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9" name="Google Shape;219;p26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02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>
          <p15:clr>
            <a:srgbClr val="FBAE40"/>
          </p15:clr>
        </p15:guide>
        <p15:guide id="2" pos="3552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756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7B9212-6C5A-B4B7-39AA-AD4BFAFE4CB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oogle Shape;144;p33">
            <a:extLst>
              <a:ext uri="{FF2B5EF4-FFF2-40B4-BE49-F238E27FC236}">
                <a16:creationId xmlns:a16="http://schemas.microsoft.com/office/drawing/2014/main" id="{AF56B439-66C9-D1D1-8208-9739EC4BFDDE}"/>
              </a:ext>
            </a:extLst>
          </p:cNvPr>
          <p:cNvGrpSpPr/>
          <p:nvPr userDrawn="1"/>
        </p:nvGrpSpPr>
        <p:grpSpPr>
          <a:xfrm rot="5400000">
            <a:off x="2789865" y="-2803451"/>
            <a:ext cx="502669" cy="6109586"/>
            <a:chOff x="2" y="-23948"/>
            <a:chExt cx="347435" cy="4599553"/>
          </a:xfrm>
        </p:grpSpPr>
        <p:pic>
          <p:nvPicPr>
            <p:cNvPr id="5" name="Google Shape;145;p33">
              <a:extLst>
                <a:ext uri="{FF2B5EF4-FFF2-40B4-BE49-F238E27FC236}">
                  <a16:creationId xmlns:a16="http://schemas.microsoft.com/office/drawing/2014/main" id="{7476E208-A2AB-F958-DAFC-67FAF00009D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4" t="54638" r="33290"/>
            <a:stretch/>
          </p:blipFill>
          <p:spPr>
            <a:xfrm rot="10800000">
              <a:off x="16" y="4104100"/>
              <a:ext cx="347420" cy="4715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46;p33">
              <a:extLst>
                <a:ext uri="{FF2B5EF4-FFF2-40B4-BE49-F238E27FC236}">
                  <a16:creationId xmlns:a16="http://schemas.microsoft.com/office/drawing/2014/main" id="{A4DDFC2C-0F77-FBD0-0346-7F21474DCF7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7;p33">
              <a:extLst>
                <a:ext uri="{FF2B5EF4-FFF2-40B4-BE49-F238E27FC236}">
                  <a16:creationId xmlns:a16="http://schemas.microsoft.com/office/drawing/2014/main" id="{3C3EF074-E80B-D10B-9493-9233C51AC09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8;p33">
              <a:extLst>
                <a:ext uri="{FF2B5EF4-FFF2-40B4-BE49-F238E27FC236}">
                  <a16:creationId xmlns:a16="http://schemas.microsoft.com/office/drawing/2014/main" id="{F031CE4F-D73C-9010-B5AF-1CB1E09F8B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oogle Shape;149;p33">
            <a:extLst>
              <a:ext uri="{FF2B5EF4-FFF2-40B4-BE49-F238E27FC236}">
                <a16:creationId xmlns:a16="http://schemas.microsoft.com/office/drawing/2014/main" id="{F6534BBF-50E8-1B60-5DBE-3F73CBF8DA71}"/>
              </a:ext>
            </a:extLst>
          </p:cNvPr>
          <p:cNvGrpSpPr/>
          <p:nvPr userDrawn="1"/>
        </p:nvGrpSpPr>
        <p:grpSpPr>
          <a:xfrm rot="5400000">
            <a:off x="8892661" y="-2796659"/>
            <a:ext cx="502677" cy="6095993"/>
            <a:chOff x="-4" y="554232"/>
            <a:chExt cx="347441" cy="4589319"/>
          </a:xfrm>
        </p:grpSpPr>
        <p:pic>
          <p:nvPicPr>
            <p:cNvPr id="10" name="Google Shape;150;p33">
              <a:extLst>
                <a:ext uri="{FF2B5EF4-FFF2-40B4-BE49-F238E27FC236}">
                  <a16:creationId xmlns:a16="http://schemas.microsoft.com/office/drawing/2014/main" id="{EF0393FB-F0C7-9D4D-7380-5F61803064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5" r="33288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51;p33">
              <a:extLst>
                <a:ext uri="{FF2B5EF4-FFF2-40B4-BE49-F238E27FC236}">
                  <a16:creationId xmlns:a16="http://schemas.microsoft.com/office/drawing/2014/main" id="{679DD34F-039F-998C-DF3F-4009DDE1587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52;p33">
              <a:extLst>
                <a:ext uri="{FF2B5EF4-FFF2-40B4-BE49-F238E27FC236}">
                  <a16:creationId xmlns:a16="http://schemas.microsoft.com/office/drawing/2014/main" id="{D2A8CDBC-F056-4A21-3295-623E0C1AD0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53;p33">
              <a:extLst>
                <a:ext uri="{FF2B5EF4-FFF2-40B4-BE49-F238E27FC236}">
                  <a16:creationId xmlns:a16="http://schemas.microsoft.com/office/drawing/2014/main" id="{37F150E0-77CD-6BDB-E9B0-50763CEDD7F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 b="42018"/>
            <a:stretch/>
          </p:blipFill>
          <p:spPr>
            <a:xfrm rot="10800000">
              <a:off x="-4" y="554232"/>
              <a:ext cx="347440" cy="797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2;p33">
            <a:extLst>
              <a:ext uri="{FF2B5EF4-FFF2-40B4-BE49-F238E27FC236}">
                <a16:creationId xmlns:a16="http://schemas.microsoft.com/office/drawing/2014/main" id="{F8D69C51-D7F8-C039-A667-B8E8A3A0AA2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64000"/>
          </a:blip>
          <a:srcRect/>
          <a:stretch/>
        </p:blipFill>
        <p:spPr>
          <a:xfrm>
            <a:off x="10789920" y="5892457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7;p29">
            <a:extLst>
              <a:ext uri="{FF2B5EF4-FFF2-40B4-BE49-F238E27FC236}">
                <a16:creationId xmlns:a16="http://schemas.microsoft.com/office/drawing/2014/main" id="{78B60632-FF21-4310-A15B-8DC6F98A884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4131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06D1D-43F4-17F6-CF27-78C417C4C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3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90" r:id="rId3"/>
    <p:sldLayoutId id="2147483663" r:id="rId4"/>
    <p:sldLayoutId id="2147483674" r:id="rId5"/>
    <p:sldLayoutId id="2147483675" r:id="rId6"/>
    <p:sldLayoutId id="2147483678" r:id="rId7"/>
    <p:sldLayoutId id="2147483682" r:id="rId8"/>
    <p:sldLayoutId id="2147483683" r:id="rId9"/>
    <p:sldLayoutId id="2147483684" r:id="rId10"/>
    <p:sldLayoutId id="2147483686" r:id="rId11"/>
    <p:sldLayoutId id="2147483676" r:id="rId12"/>
    <p:sldLayoutId id="2147483677" r:id="rId13"/>
    <p:sldLayoutId id="2147483685" r:id="rId14"/>
    <p:sldLayoutId id="2147483679" r:id="rId15"/>
    <p:sldLayoutId id="2147483680" r:id="rId16"/>
    <p:sldLayoutId id="2147483681" r:id="rId17"/>
    <p:sldLayoutId id="2147483688" r:id="rId18"/>
    <p:sldLayoutId id="2147483689" r:id="rId19"/>
    <p:sldLayoutId id="2147483687" r:id="rId20"/>
    <p:sldLayoutId id="2147483691" r:id="rId21"/>
    <p:sldLayoutId id="2147483692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C09B-0487-F89B-ED16-DBF366F8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2026R1 Feature Roundup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17C1-981B-BA95-47DE-EF315E48E8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396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Whole Herd of Cats!</a:t>
            </a:r>
          </a:p>
        </p:txBody>
      </p:sp>
      <p:pic>
        <p:nvPicPr>
          <p:cNvPr id="4" name="Picture 3" descr="A group of colorful circles&#10;&#10;Description automatically generated">
            <a:extLst>
              <a:ext uri="{FF2B5EF4-FFF2-40B4-BE49-F238E27FC236}">
                <a16:creationId xmlns:a16="http://schemas.microsoft.com/office/drawing/2014/main" id="{81C863BD-44A4-ADA2-31E2-A53F6F0E33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  <a:solidFill>
            <a:srgbClr val="93C946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16E8F9-0854-FC45-A230-A16323D8BECE}"/>
              </a:ext>
            </a:extLst>
          </p:cNvPr>
          <p:cNvSpPr txBox="1"/>
          <p:nvPr/>
        </p:nvSpPr>
        <p:spPr>
          <a:xfrm>
            <a:off x="215154" y="6407986"/>
            <a:ext cx="200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 17 2026</a:t>
            </a:r>
          </a:p>
        </p:txBody>
      </p:sp>
    </p:spTree>
    <p:extLst>
      <p:ext uri="{BB962C8B-B14F-4D97-AF65-F5344CB8AC3E}">
        <p14:creationId xmlns:p14="http://schemas.microsoft.com/office/powerpoint/2010/main" val="42446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0168-D52D-170D-1820-018AE4DD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So. Many. Features.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F84936-1E66-FCCB-BB4F-B571269FD0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New PMD Scripting Number Functions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OnFileAdd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Deep Linking Into Workday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New Join Loop UI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RichText</a:t>
            </a:r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Widget and AI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F5155-A298-5627-0386-58AB2C23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E9605E-CC9A-0FEC-0428-5E2EC9CFA9C1}"/>
              </a:ext>
            </a:extLst>
          </p:cNvPr>
          <p:cNvSpPr txBox="1">
            <a:spLocks/>
          </p:cNvSpPr>
          <p:nvPr/>
        </p:nvSpPr>
        <p:spPr>
          <a:xfrm>
            <a:off x="3578638" y="1441206"/>
            <a:ext cx="5478168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1" indent="0"/>
            <a:endParaRPr lang="en-US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0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F957-B2BC-A2AB-D8E7-8109EEA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A821-CBF6-CF6D-2F3D-E0280C1B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Functions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193ED-77F5-C943-96DF-2330492D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Min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Max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Format</a:t>
            </a:r>
          </a:p>
          <a:p>
            <a:pPr marL="685800" lvl="1" indent="0"/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0220-B2CC-2263-8942-6C61CB0D3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9E3E-5BE6-2209-4CC7-710D9C4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/>
              <a:t>4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1F9F3366-B3DE-6A7D-AB9F-422344D3FB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049122-1A13-B2C5-CC95-8F5E3E512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045" y="834887"/>
            <a:ext cx="9080330" cy="2860844"/>
          </a:xfrm>
          <a:prstGeom prst="rect">
            <a:avLst/>
          </a:prstGeom>
        </p:spPr>
      </p:pic>
      <p:sp>
        <p:nvSpPr>
          <p:cNvPr id="20" name="Arrow: Up 19">
            <a:extLst>
              <a:ext uri="{FF2B5EF4-FFF2-40B4-BE49-F238E27FC236}">
                <a16:creationId xmlns:a16="http://schemas.microsoft.com/office/drawing/2014/main" id="{86996651-35C3-1764-779A-21B0488D7812}"/>
              </a:ext>
            </a:extLst>
          </p:cNvPr>
          <p:cNvSpPr/>
          <p:nvPr/>
        </p:nvSpPr>
        <p:spPr>
          <a:xfrm>
            <a:off x="5438692" y="3562183"/>
            <a:ext cx="2608028" cy="262393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3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764FD2-A24A-4FC5-7384-A1AA187589A8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OnFileAdd</a:t>
            </a:r>
          </a:p>
        </p:txBody>
      </p:sp>
    </p:spTree>
    <p:extLst>
      <p:ext uri="{BB962C8B-B14F-4D97-AF65-F5344CB8AC3E}">
        <p14:creationId xmlns:p14="http://schemas.microsoft.com/office/powerpoint/2010/main" val="316439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D104-6829-B7AA-A881-4710D3D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62BAA-669F-F0DD-2A37-567F2E6743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36D432-B406-E76C-4B5D-8CE2AFFC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29" y="702945"/>
            <a:ext cx="3727081" cy="549275"/>
          </a:xfrm>
        </p:spPr>
        <p:txBody>
          <a:bodyPr>
            <a:normAutofit/>
          </a:bodyPr>
          <a:lstStyle/>
          <a:p>
            <a:r>
              <a:rPr lang="en-US" dirty="0" err="1"/>
              <a:t>FileUploader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0E881-B286-EDBA-E8E1-004CC357B989}"/>
              </a:ext>
            </a:extLst>
          </p:cNvPr>
          <p:cNvSpPr txBox="1"/>
          <p:nvPr/>
        </p:nvSpPr>
        <p:spPr>
          <a:xfrm>
            <a:off x="1637970" y="2067339"/>
            <a:ext cx="54784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Anyone Else Remember Expression Language? 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FileName</a:t>
            </a: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extension before Save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Huge improvement in User Experience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98D5E-B1E8-A103-D159-B9CF159EF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37" y="3969643"/>
            <a:ext cx="6190047" cy="248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4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1A78-1BE2-DC33-41B2-F88DED64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40DAD3-C5D3-2712-4778-F18580FB41BF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Deep Link</a:t>
            </a:r>
          </a:p>
        </p:txBody>
      </p:sp>
    </p:spTree>
    <p:extLst>
      <p:ext uri="{BB962C8B-B14F-4D97-AF65-F5344CB8AC3E}">
        <p14:creationId xmlns:p14="http://schemas.microsoft.com/office/powerpoint/2010/main" val="363236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FEA09-4796-72C2-9979-144B55CC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Into Core Workday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33213-8DFE-23BA-5D75-924DAA1F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35B1B140-3EA1-F2FC-CE8A-296522BFF3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6" cy="246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248FDA-CA49-AA2F-4FCC-5B4C46F35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627" y="3667082"/>
            <a:ext cx="5368111" cy="20192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891032-BC18-1496-8D90-D8752C2860EC}"/>
              </a:ext>
            </a:extLst>
          </p:cNvPr>
          <p:cNvSpPr txBox="1"/>
          <p:nvPr/>
        </p:nvSpPr>
        <p:spPr>
          <a:xfrm>
            <a:off x="1637970" y="2067339"/>
            <a:ext cx="5478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Buttons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Cards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 New Window 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5323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B066-4216-791B-61C9-EF893A90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B88748-0EF4-3F3C-2E8F-BDFEE19D26D1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sym typeface="Poppins"/>
              </a:rPr>
              <a:t>Join Loop </a:t>
            </a:r>
          </a:p>
        </p:txBody>
      </p:sp>
    </p:spTree>
    <p:extLst>
      <p:ext uri="{BB962C8B-B14F-4D97-AF65-F5344CB8AC3E}">
        <p14:creationId xmlns:p14="http://schemas.microsoft.com/office/powerpoint/2010/main" val="410585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229E-FC80-0901-7C98-02714828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43D3AC-9106-9481-F580-C24081D89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Original UI was a little confusing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Still a complicated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Primary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Streaming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Joining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In Memory Enriching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A86A08-67B0-84AC-7789-9043ACF1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Loop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894A0-0617-848F-DBEE-841DF033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3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1558-54B9-2AC3-AA5B-7E0F0C79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Join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9E3E-5BE6-2209-4CC7-710D9C4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1F9F3366-B3DE-6A7D-AB9F-422344D3FB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57975B-41F4-D554-17A4-6D3B1B8A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871" y="1255798"/>
            <a:ext cx="9096711" cy="550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E78B-4354-D8C1-7E3F-C3C7DA25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C663-11DC-8676-4300-311446BC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Join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6B7DB-E1A1-701A-C890-3A23C4D6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5AAB8E9A-8D99-D60C-184C-DAADE33987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E872F-D3DD-CCDE-24DE-242A164B3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177" y="1177291"/>
            <a:ext cx="7539104" cy="57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77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10DB-E5A3-BE16-2079-1CB8F2FC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7ACE45-2020-A2B6-E613-C0F0272162A4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sym typeface="Poppins"/>
              </a:rPr>
              <a:t>Rich Text and AI</a:t>
            </a:r>
          </a:p>
        </p:txBody>
      </p:sp>
    </p:spTree>
    <p:extLst>
      <p:ext uri="{BB962C8B-B14F-4D97-AF65-F5344CB8AC3E}">
        <p14:creationId xmlns:p14="http://schemas.microsoft.com/office/powerpoint/2010/main" val="127197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CE8E-3A8D-B9CA-3C0D-474CCA05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 Text Widget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76B17-01F3-3FAA-92A6-1442FECF06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Nicely Formatted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Saw it in the number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D7D2C-9486-2980-F130-E815A0FF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CFC39ADA-C165-C4E7-D41A-99A6ADA750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6" cy="24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CA347DA-4766-9EB6-DDE3-BF39EA6B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E0690-72FD-E5B4-30B3-0514ED56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947C704-A5B8-0DDF-C5D9-3ACCCA11E5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028"/>
            <a:ext cx="5570562" cy="39755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Add a Generative Prompt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303847-A676-23DE-1CD8-94527828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45" y="2620315"/>
            <a:ext cx="6771813" cy="25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1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7BE3-78F8-AB9B-44FE-6963059A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you.</a:t>
            </a:r>
          </a:p>
        </p:txBody>
      </p:sp>
      <p:pic>
        <p:nvPicPr>
          <p:cNvPr id="3" name="Picture 2" descr="A group of colorful circles&#10;&#10;Description automatically generated">
            <a:extLst>
              <a:ext uri="{FF2B5EF4-FFF2-40B4-BE49-F238E27FC236}">
                <a16:creationId xmlns:a16="http://schemas.microsoft.com/office/drawing/2014/main" id="{56007FE7-17A4-F384-5103-144F633F93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2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 Groov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545598b-ef4e-46d2-b31d-9b6149ba0766" xsi:nil="true"/>
    <lcf76f155ced4ddcb4097134ff3c332f xmlns="6832ed8e-e17a-41db-8f66-a28b87f2cfd6">
      <Terms xmlns="http://schemas.microsoft.com/office/infopath/2007/PartnerControls"/>
    </lcf76f155ced4ddcb4097134ff3c332f>
    <ContributorNote xmlns="6832ed8e-e17a-41db-8f66-a28b87f2cfd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B9CCCA2C2444B97DECB5EBD50BC75" ma:contentTypeVersion="13" ma:contentTypeDescription="Create a new document." ma:contentTypeScope="" ma:versionID="abf9afbf5f863c525513395e7f498347">
  <xsd:schema xmlns:xsd="http://www.w3.org/2001/XMLSchema" xmlns:xs="http://www.w3.org/2001/XMLSchema" xmlns:p="http://schemas.microsoft.com/office/2006/metadata/properties" xmlns:ns2="6832ed8e-e17a-41db-8f66-a28b87f2cfd6" xmlns:ns3="f545598b-ef4e-46d2-b31d-9b6149ba0766" targetNamespace="http://schemas.microsoft.com/office/2006/metadata/properties" ma:root="true" ma:fieldsID="b8b7f973a826ee314e54c0b73de29b67" ns2:_="" ns3:_="">
    <xsd:import namespace="6832ed8e-e17a-41db-8f66-a28b87f2cfd6"/>
    <xsd:import namespace="f545598b-ef4e-46d2-b31d-9b6149ba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Contributor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2ed8e-e17a-41db-8f66-a28b87f2cf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f96de8-1224-4ccc-9acf-3abee762a6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ContributorNote" ma:index="20" nillable="true" ma:displayName="Contributor Note" ma:description="Extra detail added by contributor of solution" ma:format="Dropdown" ma:internalName="ContributorNo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45598b-ef4e-46d2-b31d-9b6149ba07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0854a2-65f9-45e2-b9a4-6dbe1438a0b1}" ma:internalName="TaxCatchAll" ma:showField="CatchAllData" ma:web="f545598b-ef4e-46d2-b31d-9b6149ba07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55D886-88A5-436A-BE8C-29CCD5C25AC7}">
  <ds:schemaRefs>
    <ds:schemaRef ds:uri="7bce3858-6483-44f2-8395-53aa4549fe1c"/>
    <ds:schemaRef ds:uri="af26ca89-cbd6-4e2e-b1c2-1c91042f8e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1D3838B-0EA0-4700-AC02-CB1CD4C6FF1F}"/>
</file>

<file path=customXml/itemProps3.xml><?xml version="1.0" encoding="utf-8"?>
<ds:datastoreItem xmlns:ds="http://schemas.openxmlformats.org/officeDocument/2006/customXml" ds:itemID="{455AE14F-2CFC-422C-9A11-3352DCFF20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1362</TotalTime>
  <Words>184</Words>
  <Application>Microsoft Office PowerPoint</Application>
  <PresentationFormat>Widescreen</PresentationFormat>
  <Paragraphs>66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Poppins</vt:lpstr>
      <vt:lpstr>Poppins Light</vt:lpstr>
      <vt:lpstr>The Groove Theme</vt:lpstr>
      <vt:lpstr>2026R1 Feature Roundup</vt:lpstr>
      <vt:lpstr>So. Many. Features.</vt:lpstr>
      <vt:lpstr>Number Functions</vt:lpstr>
      <vt:lpstr>PowerPoint Presentation</vt:lpstr>
      <vt:lpstr>PowerPoint Presentation</vt:lpstr>
      <vt:lpstr>FileUploader</vt:lpstr>
      <vt:lpstr>PowerPoint Presentation</vt:lpstr>
      <vt:lpstr>Link Into Core Workday</vt:lpstr>
      <vt:lpstr>PowerPoint Presentation</vt:lpstr>
      <vt:lpstr>Join Loop UI</vt:lpstr>
      <vt:lpstr>Join Loop</vt:lpstr>
      <vt:lpstr>Join Loop</vt:lpstr>
      <vt:lpstr>PowerPoint Presentation</vt:lpstr>
      <vt:lpstr>Rich Text Widget</vt:lpstr>
      <vt:lpstr>Generative AI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Boyle</dc:creator>
  <cp:lastModifiedBy>Clint Harwood</cp:lastModifiedBy>
  <cp:revision>13</cp:revision>
  <dcterms:created xsi:type="dcterms:W3CDTF">2024-03-13T15:45:13Z</dcterms:created>
  <dcterms:modified xsi:type="dcterms:W3CDTF">2026-03-17T01:18:48Z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0x010100445B9CCCA2C2444B97DECB5EBD50BC75</vt:lpwstr>
  </property>
  <property fmtid="{D5CDD505-2E9C-101B-9397-08002B2CF9AE}" pid="3" name="MediaServiceImageTags">
    <vt:lpwstr/>
  </property>
</Properties>
</file>