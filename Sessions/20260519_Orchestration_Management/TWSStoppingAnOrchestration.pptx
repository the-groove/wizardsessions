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85" r:id="rId5"/>
    <p:sldId id="317" r:id="rId6"/>
    <p:sldId id="324" r:id="rId7"/>
    <p:sldId id="367" r:id="rId8"/>
    <p:sldId id="300" r:id="rId9"/>
    <p:sldId id="368" r:id="rId10"/>
    <p:sldId id="365" r:id="rId11"/>
    <p:sldId id="366" r:id="rId12"/>
    <p:sldId id="310" r:id="rId13"/>
    <p:sldId id="360" r:id="rId14"/>
    <p:sldId id="309" r:id="rId15"/>
    <p:sldId id="361" r:id="rId16"/>
    <p:sldId id="364" r:id="rId17"/>
    <p:sldId id="3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FDD2AB-8EEF-4CAB-803F-D97B095DE0CE}">
          <p14:sldIdLst>
            <p14:sldId id="285"/>
            <p14:sldId id="317"/>
            <p14:sldId id="324"/>
            <p14:sldId id="367"/>
            <p14:sldId id="300"/>
            <p14:sldId id="368"/>
            <p14:sldId id="365"/>
            <p14:sldId id="366"/>
            <p14:sldId id="310"/>
            <p14:sldId id="360"/>
            <p14:sldId id="309"/>
            <p14:sldId id="361"/>
            <p14:sldId id="364"/>
            <p14:sldId id="315"/>
          </p14:sldIdLst>
        </p14:section>
        <p14:section name="Appendix" id="{729AA88C-A1DB-4D67-9A42-59DB90FA88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6AA0"/>
    <a:srgbClr val="F0A44B"/>
    <a:srgbClr val="93C847"/>
    <a:srgbClr val="EE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7D5C5-6C2B-4130-A551-0DD678715D58}" v="2" dt="2026-05-18T19:26:26.929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63" autoAdjust="0"/>
  </p:normalViewPr>
  <p:slideViewPr>
    <p:cSldViewPr snapToGrid="0">
      <p:cViewPr varScale="1">
        <p:scale>
          <a:sx n="106" d="100"/>
          <a:sy n="106" d="100"/>
        </p:scale>
        <p:origin x="1876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t Harwood" userId="868c4513-4632-4226-bd05-c46b0408d97b" providerId="ADAL" clId="{B6287907-B5C4-40D2-853F-E45A399C013D}"/>
    <pc:docChg chg="custSel addSld delSld modSld sldOrd modSection">
      <pc:chgData name="Clint Harwood" userId="868c4513-4632-4226-bd05-c46b0408d97b" providerId="ADAL" clId="{B6287907-B5C4-40D2-853F-E45A399C013D}" dt="2026-05-19T14:03:33.777" v="851" actId="20577"/>
      <pc:docMkLst>
        <pc:docMk/>
      </pc:docMkLst>
      <pc:sldChg chg="modSp mod">
        <pc:chgData name="Clint Harwood" userId="868c4513-4632-4226-bd05-c46b0408d97b" providerId="ADAL" clId="{B6287907-B5C4-40D2-853F-E45A399C013D}" dt="2026-05-19T13:48:19.430" v="823" actId="20577"/>
        <pc:sldMkLst>
          <pc:docMk/>
          <pc:sldMk cId="4244697819" sldId="285"/>
        </pc:sldMkLst>
        <pc:spChg chg="mod">
          <ac:chgData name="Clint Harwood" userId="868c4513-4632-4226-bd05-c46b0408d97b" providerId="ADAL" clId="{B6287907-B5C4-40D2-853F-E45A399C013D}" dt="2026-05-18T19:13:06.137" v="361" actId="20577"/>
          <ac:spMkLst>
            <pc:docMk/>
            <pc:sldMk cId="4244697819" sldId="285"/>
            <ac:spMk id="2" creationId="{2C8AC09B-0487-F89B-ED16-DBF366F87BB3}"/>
          </ac:spMkLst>
        </pc:spChg>
        <pc:spChg chg="mod">
          <ac:chgData name="Clint Harwood" userId="868c4513-4632-4226-bd05-c46b0408d97b" providerId="ADAL" clId="{B6287907-B5C4-40D2-853F-E45A399C013D}" dt="2026-05-19T13:48:19.430" v="823" actId="20577"/>
          <ac:spMkLst>
            <pc:docMk/>
            <pc:sldMk cId="4244697819" sldId="285"/>
            <ac:spMk id="3" creationId="{E48517C1-981B-BA95-47DE-EF315E48E83C}"/>
          </ac:spMkLst>
        </pc:spChg>
      </pc:sldChg>
      <pc:sldChg chg="del">
        <pc:chgData name="Clint Harwood" userId="868c4513-4632-4226-bd05-c46b0408d97b" providerId="ADAL" clId="{B6287907-B5C4-40D2-853F-E45A399C013D}" dt="2026-05-14T00:13:21.452" v="156" actId="47"/>
        <pc:sldMkLst>
          <pc:docMk/>
          <pc:sldMk cId="4153935219" sldId="294"/>
        </pc:sldMkLst>
      </pc:sldChg>
      <pc:sldChg chg="modSp mod ord">
        <pc:chgData name="Clint Harwood" userId="868c4513-4632-4226-bd05-c46b0408d97b" providerId="ADAL" clId="{B6287907-B5C4-40D2-853F-E45A399C013D}" dt="2026-05-19T13:50:50.221" v="843" actId="20577"/>
        <pc:sldMkLst>
          <pc:docMk/>
          <pc:sldMk cId="853233603" sldId="300"/>
        </pc:sldMkLst>
        <pc:spChg chg="mod">
          <ac:chgData name="Clint Harwood" userId="868c4513-4632-4226-bd05-c46b0408d97b" providerId="ADAL" clId="{B6287907-B5C4-40D2-853F-E45A399C013D}" dt="2026-05-19T13:50:50.221" v="843" actId="20577"/>
          <ac:spMkLst>
            <pc:docMk/>
            <pc:sldMk cId="853233603" sldId="300"/>
            <ac:spMk id="14" creationId="{4D891032-BC18-1496-8D90-D8752C2860EC}"/>
          </ac:spMkLst>
        </pc:spChg>
      </pc:sldChg>
      <pc:sldChg chg="addSp modSp mod">
        <pc:chgData name="Clint Harwood" userId="868c4513-4632-4226-bd05-c46b0408d97b" providerId="ADAL" clId="{B6287907-B5C4-40D2-853F-E45A399C013D}" dt="2026-05-18T19:27:20.187" v="750" actId="108"/>
        <pc:sldMkLst>
          <pc:docMk/>
          <pc:sldMk cId="2051636102" sldId="309"/>
        </pc:sldMkLst>
        <pc:spChg chg="mod">
          <ac:chgData name="Clint Harwood" userId="868c4513-4632-4226-bd05-c46b0408d97b" providerId="ADAL" clId="{B6287907-B5C4-40D2-853F-E45A399C013D}" dt="2026-05-18T19:27:20.187" v="750" actId="108"/>
          <ac:spMkLst>
            <pc:docMk/>
            <pc:sldMk cId="2051636102" sldId="309"/>
            <ac:spMk id="3" creationId="{1133A014-0451-8767-AB3D-5B2AFEDA709C}"/>
          </ac:spMkLst>
        </pc:spChg>
        <pc:picChg chg="add mod">
          <ac:chgData name="Clint Harwood" userId="868c4513-4632-4226-bd05-c46b0408d97b" providerId="ADAL" clId="{B6287907-B5C4-40D2-853F-E45A399C013D}" dt="2026-05-18T19:19:16.027" v="604" actId="1076"/>
          <ac:picMkLst>
            <pc:docMk/>
            <pc:sldMk cId="2051636102" sldId="309"/>
            <ac:picMk id="7" creationId="{51C95580-3497-9698-092A-332557B9BDCB}"/>
          </ac:picMkLst>
        </pc:picChg>
      </pc:sldChg>
      <pc:sldChg chg="addSp delSp modSp mod ord">
        <pc:chgData name="Clint Harwood" userId="868c4513-4632-4226-bd05-c46b0408d97b" providerId="ADAL" clId="{B6287907-B5C4-40D2-853F-E45A399C013D}" dt="2026-05-14T13:53:09.214" v="351"/>
        <pc:sldMkLst>
          <pc:docMk/>
          <pc:sldMk cId="295571108" sldId="310"/>
        </pc:sldMkLst>
        <pc:spChg chg="mod">
          <ac:chgData name="Clint Harwood" userId="868c4513-4632-4226-bd05-c46b0408d97b" providerId="ADAL" clId="{B6287907-B5C4-40D2-853F-E45A399C013D}" dt="2026-05-14T13:40:00.868" v="242" actId="6549"/>
          <ac:spMkLst>
            <pc:docMk/>
            <pc:sldMk cId="295571108" sldId="310"/>
            <ac:spMk id="2" creationId="{F4351558-54B9-2AC3-AA5B-7E0F0C79D90B}"/>
          </ac:spMkLst>
        </pc:spChg>
        <pc:picChg chg="add mod">
          <ac:chgData name="Clint Harwood" userId="868c4513-4632-4226-bd05-c46b0408d97b" providerId="ADAL" clId="{B6287907-B5C4-40D2-853F-E45A399C013D}" dt="2026-05-13T13:23:52.525" v="121" actId="1076"/>
          <ac:picMkLst>
            <pc:docMk/>
            <pc:sldMk cId="295571108" sldId="310"/>
            <ac:picMk id="6" creationId="{BEAF5D3F-C78E-3FB0-0581-CB86153427EA}"/>
          </ac:picMkLst>
        </pc:picChg>
      </pc:sldChg>
      <pc:sldChg chg="modSp mod">
        <pc:chgData name="Clint Harwood" userId="868c4513-4632-4226-bd05-c46b0408d97b" providerId="ADAL" clId="{B6287907-B5C4-40D2-853F-E45A399C013D}" dt="2026-05-19T14:03:33.777" v="851" actId="20577"/>
        <pc:sldMkLst>
          <pc:docMk/>
          <pc:sldMk cId="2516206393" sldId="317"/>
        </pc:sldMkLst>
        <pc:spChg chg="mod">
          <ac:chgData name="Clint Harwood" userId="868c4513-4632-4226-bd05-c46b0408d97b" providerId="ADAL" clId="{B6287907-B5C4-40D2-853F-E45A399C013D}" dt="2026-05-18T19:25:52.516" v="708" actId="20577"/>
          <ac:spMkLst>
            <pc:docMk/>
            <pc:sldMk cId="2516206393" sldId="317"/>
            <ac:spMk id="2" creationId="{DA560168-D52D-170D-1820-018AE4DD073C}"/>
          </ac:spMkLst>
        </pc:spChg>
        <pc:spChg chg="mod">
          <ac:chgData name="Clint Harwood" userId="868c4513-4632-4226-bd05-c46b0408d97b" providerId="ADAL" clId="{B6287907-B5C4-40D2-853F-E45A399C013D}" dt="2026-05-19T14:03:33.777" v="851" actId="20577"/>
          <ac:spMkLst>
            <pc:docMk/>
            <pc:sldMk cId="2516206393" sldId="317"/>
            <ac:spMk id="7" creationId="{60F84936-1E66-FCCB-BB4F-B571269FD0BD}"/>
          </ac:spMkLst>
        </pc:spChg>
      </pc:sldChg>
      <pc:sldChg chg="modSp mod">
        <pc:chgData name="Clint Harwood" userId="868c4513-4632-4226-bd05-c46b0408d97b" providerId="ADAL" clId="{B6287907-B5C4-40D2-853F-E45A399C013D}" dt="2026-05-18T19:26:34.305" v="742" actId="108"/>
        <pc:sldMkLst>
          <pc:docMk/>
          <pc:sldMk cId="3694680853" sldId="324"/>
        </pc:sldMkLst>
        <pc:spChg chg="mod">
          <ac:chgData name="Clint Harwood" userId="868c4513-4632-4226-bd05-c46b0408d97b" providerId="ADAL" clId="{B6287907-B5C4-40D2-853F-E45A399C013D}" dt="2026-05-18T19:26:34.305" v="742" actId="108"/>
          <ac:spMkLst>
            <pc:docMk/>
            <pc:sldMk cId="3694680853" sldId="324"/>
            <ac:spMk id="8" creationId="{374193ED-77F5-C943-96DF-2330492D2311}"/>
          </ac:spMkLst>
        </pc:spChg>
      </pc:sldChg>
      <pc:sldChg chg="del">
        <pc:chgData name="Clint Harwood" userId="868c4513-4632-4226-bd05-c46b0408d97b" providerId="ADAL" clId="{B6287907-B5C4-40D2-853F-E45A399C013D}" dt="2026-05-14T00:13:11.560" v="151" actId="47"/>
        <pc:sldMkLst>
          <pc:docMk/>
          <pc:sldMk cId="3164390152" sldId="356"/>
        </pc:sldMkLst>
      </pc:sldChg>
      <pc:sldChg chg="del">
        <pc:chgData name="Clint Harwood" userId="868c4513-4632-4226-bd05-c46b0408d97b" providerId="ADAL" clId="{B6287907-B5C4-40D2-853F-E45A399C013D}" dt="2026-05-14T00:13:16.119" v="154" actId="47"/>
        <pc:sldMkLst>
          <pc:docMk/>
          <pc:sldMk cId="3632366265" sldId="357"/>
        </pc:sldMkLst>
      </pc:sldChg>
      <pc:sldChg chg="del">
        <pc:chgData name="Clint Harwood" userId="868c4513-4632-4226-bd05-c46b0408d97b" providerId="ADAL" clId="{B6287907-B5C4-40D2-853F-E45A399C013D}" dt="2026-05-14T00:13:12.416" v="152" actId="47"/>
        <pc:sldMkLst>
          <pc:docMk/>
          <pc:sldMk cId="4105852946" sldId="358"/>
        </pc:sldMkLst>
      </pc:sldChg>
      <pc:sldChg chg="del">
        <pc:chgData name="Clint Harwood" userId="868c4513-4632-4226-bd05-c46b0408d97b" providerId="ADAL" clId="{B6287907-B5C4-40D2-853F-E45A399C013D}" dt="2026-05-14T00:13:17.943" v="155" actId="47"/>
        <pc:sldMkLst>
          <pc:docMk/>
          <pc:sldMk cId="1271979721" sldId="359"/>
        </pc:sldMkLst>
      </pc:sldChg>
      <pc:sldChg chg="addSp delSp modSp mod modClrScheme chgLayout">
        <pc:chgData name="Clint Harwood" userId="868c4513-4632-4226-bd05-c46b0408d97b" providerId="ADAL" clId="{B6287907-B5C4-40D2-853F-E45A399C013D}" dt="2026-05-19T12:53:48.871" v="759" actId="1076"/>
        <pc:sldMkLst>
          <pc:docMk/>
          <pc:sldMk cId="3523047801" sldId="360"/>
        </pc:sldMkLst>
        <pc:spChg chg="add del mod ord">
          <ac:chgData name="Clint Harwood" userId="868c4513-4632-4226-bd05-c46b0408d97b" providerId="ADAL" clId="{B6287907-B5C4-40D2-853F-E45A399C013D}" dt="2026-05-19T12:53:46.261" v="758" actId="478"/>
          <ac:spMkLst>
            <pc:docMk/>
            <pc:sldMk cId="3523047801" sldId="360"/>
            <ac:spMk id="2" creationId="{173826F9-1B77-D92B-5213-DDD29F254E07}"/>
          </ac:spMkLst>
        </pc:spChg>
        <pc:spChg chg="mod ord">
          <ac:chgData name="Clint Harwood" userId="868c4513-4632-4226-bd05-c46b0408d97b" providerId="ADAL" clId="{B6287907-B5C4-40D2-853F-E45A399C013D}" dt="2026-05-19T12:53:11.469" v="756" actId="700"/>
          <ac:spMkLst>
            <pc:docMk/>
            <pc:sldMk cId="3523047801" sldId="360"/>
            <ac:spMk id="3" creationId="{D3962BAA-669F-F0DD-2A37-567F2E6743E3}"/>
          </ac:spMkLst>
        </pc:spChg>
        <pc:spChg chg="mod">
          <ac:chgData name="Clint Harwood" userId="868c4513-4632-4226-bd05-c46b0408d97b" providerId="ADAL" clId="{B6287907-B5C4-40D2-853F-E45A399C013D}" dt="2026-05-19T12:53:48.871" v="759" actId="1076"/>
          <ac:spMkLst>
            <pc:docMk/>
            <pc:sldMk cId="3523047801" sldId="360"/>
            <ac:spMk id="4" creationId="{1430E881-B286-EDBA-E8E1-004CC357B989}"/>
          </ac:spMkLst>
        </pc:spChg>
        <pc:spChg chg="mod ord">
          <ac:chgData name="Clint Harwood" userId="868c4513-4632-4226-bd05-c46b0408d97b" providerId="ADAL" clId="{B6287907-B5C4-40D2-853F-E45A399C013D}" dt="2026-05-19T12:53:11.469" v="756" actId="700"/>
          <ac:spMkLst>
            <pc:docMk/>
            <pc:sldMk cId="3523047801" sldId="360"/>
            <ac:spMk id="7" creationId="{4036D432-B406-E76C-4B5D-8CE2AFFC9808}"/>
          </ac:spMkLst>
        </pc:spChg>
      </pc:sldChg>
      <pc:sldChg chg="addSp delSp modSp mod modNotesTx">
        <pc:chgData name="Clint Harwood" userId="868c4513-4632-4226-bd05-c46b0408d97b" providerId="ADAL" clId="{B6287907-B5C4-40D2-853F-E45A399C013D}" dt="2026-05-18T19:27:25.469" v="751" actId="108"/>
        <pc:sldMkLst>
          <pc:docMk/>
          <pc:sldMk cId="1785734649" sldId="361"/>
        </pc:sldMkLst>
        <pc:spChg chg="mod">
          <ac:chgData name="Clint Harwood" userId="868c4513-4632-4226-bd05-c46b0408d97b" providerId="ADAL" clId="{B6287907-B5C4-40D2-853F-E45A399C013D}" dt="2026-05-18T19:27:25.469" v="751" actId="108"/>
          <ac:spMkLst>
            <pc:docMk/>
            <pc:sldMk cId="1785734649" sldId="361"/>
            <ac:spMk id="2" creationId="{C243D3AC-9106-9481-F580-C24081D89B58}"/>
          </ac:spMkLst>
        </pc:spChg>
        <pc:spChg chg="mod">
          <ac:chgData name="Clint Harwood" userId="868c4513-4632-4226-bd05-c46b0408d97b" providerId="ADAL" clId="{B6287907-B5C4-40D2-853F-E45A399C013D}" dt="2026-05-12T22:42:32.430" v="4" actId="20577"/>
          <ac:spMkLst>
            <pc:docMk/>
            <pc:sldMk cId="1785734649" sldId="361"/>
            <ac:spMk id="3" creationId="{A9A86A08-67B0-84AC-7789-9043ACF1212E}"/>
          </ac:spMkLst>
        </pc:spChg>
        <pc:picChg chg="add del mod">
          <ac:chgData name="Clint Harwood" userId="868c4513-4632-4226-bd05-c46b0408d97b" providerId="ADAL" clId="{B6287907-B5C4-40D2-853F-E45A399C013D}" dt="2026-05-18T19:17:09.241" v="557" actId="478"/>
          <ac:picMkLst>
            <pc:docMk/>
            <pc:sldMk cId="1785734649" sldId="361"/>
            <ac:picMk id="6" creationId="{C96A85DC-8BEC-9841-84DC-DD70A43C1BB1}"/>
          </ac:picMkLst>
        </pc:picChg>
        <pc:picChg chg="add mod">
          <ac:chgData name="Clint Harwood" userId="868c4513-4632-4226-bd05-c46b0408d97b" providerId="ADAL" clId="{B6287907-B5C4-40D2-853F-E45A399C013D}" dt="2026-05-18T19:17:25.473" v="559" actId="1076"/>
          <ac:picMkLst>
            <pc:docMk/>
            <pc:sldMk cId="1785734649" sldId="361"/>
            <ac:picMk id="8" creationId="{EE2D7451-78D1-5411-6418-D527A88712C7}"/>
          </ac:picMkLst>
        </pc:picChg>
      </pc:sldChg>
      <pc:sldChg chg="del">
        <pc:chgData name="Clint Harwood" userId="868c4513-4632-4226-bd05-c46b0408d97b" providerId="ADAL" clId="{B6287907-B5C4-40D2-853F-E45A399C013D}" dt="2026-05-14T00:13:14.845" v="153" actId="47"/>
        <pc:sldMkLst>
          <pc:docMk/>
          <pc:sldMk cId="3910277771" sldId="362"/>
        </pc:sldMkLst>
      </pc:sldChg>
      <pc:sldChg chg="del">
        <pc:chgData name="Clint Harwood" userId="868c4513-4632-4226-bd05-c46b0408d97b" providerId="ADAL" clId="{B6287907-B5C4-40D2-853F-E45A399C013D}" dt="2026-05-14T00:13:22.422" v="157" actId="47"/>
        <pc:sldMkLst>
          <pc:docMk/>
          <pc:sldMk cId="1526013484" sldId="363"/>
        </pc:sldMkLst>
      </pc:sldChg>
      <pc:sldChg chg="modSp add mod ord">
        <pc:chgData name="Clint Harwood" userId="868c4513-4632-4226-bd05-c46b0408d97b" providerId="ADAL" clId="{B6287907-B5C4-40D2-853F-E45A399C013D}" dt="2026-05-19T13:22:33.346" v="760" actId="6549"/>
        <pc:sldMkLst>
          <pc:docMk/>
          <pc:sldMk cId="1009034626" sldId="364"/>
        </pc:sldMkLst>
        <pc:spChg chg="mod">
          <ac:chgData name="Clint Harwood" userId="868c4513-4632-4226-bd05-c46b0408d97b" providerId="ADAL" clId="{B6287907-B5C4-40D2-853F-E45A399C013D}" dt="2026-05-14T00:10:59.139" v="148" actId="20577"/>
          <ac:spMkLst>
            <pc:docMk/>
            <pc:sldMk cId="1009034626" sldId="364"/>
            <ac:spMk id="2" creationId="{3FA79E4E-178F-A2B9-5F05-1EC932031A62}"/>
          </ac:spMkLst>
        </pc:spChg>
        <pc:spChg chg="mod">
          <ac:chgData name="Clint Harwood" userId="868c4513-4632-4226-bd05-c46b0408d97b" providerId="ADAL" clId="{B6287907-B5C4-40D2-853F-E45A399C013D}" dt="2026-05-19T13:22:33.346" v="760" actId="6549"/>
          <ac:spMkLst>
            <pc:docMk/>
            <pc:sldMk cId="1009034626" sldId="364"/>
            <ac:spMk id="7" creationId="{1C839E65-FD24-7401-F86E-4A55294AB778}"/>
          </ac:spMkLst>
        </pc:spChg>
      </pc:sldChg>
      <pc:sldChg chg="addSp delSp modSp add mod ord">
        <pc:chgData name="Clint Harwood" userId="868c4513-4632-4226-bd05-c46b0408d97b" providerId="ADAL" clId="{B6287907-B5C4-40D2-853F-E45A399C013D}" dt="2026-05-18T19:20:30.916" v="679" actId="14100"/>
        <pc:sldMkLst>
          <pc:docMk/>
          <pc:sldMk cId="899732364" sldId="365"/>
        </pc:sldMkLst>
        <pc:spChg chg="mod">
          <ac:chgData name="Clint Harwood" userId="868c4513-4632-4226-bd05-c46b0408d97b" providerId="ADAL" clId="{B6287907-B5C4-40D2-853F-E45A399C013D}" dt="2026-05-14T13:40:17.959" v="272" actId="27636"/>
          <ac:spMkLst>
            <pc:docMk/>
            <pc:sldMk cId="899732364" sldId="365"/>
            <ac:spMk id="7" creationId="{1FC7009B-8B59-D60A-AF07-88ABC1EC7916}"/>
          </ac:spMkLst>
        </pc:spChg>
        <pc:picChg chg="add mod">
          <ac:chgData name="Clint Harwood" userId="868c4513-4632-4226-bd05-c46b0408d97b" providerId="ADAL" clId="{B6287907-B5C4-40D2-853F-E45A399C013D}" dt="2026-05-18T19:20:30.916" v="679" actId="14100"/>
          <ac:picMkLst>
            <pc:docMk/>
            <pc:sldMk cId="899732364" sldId="365"/>
            <ac:picMk id="5" creationId="{D59D1537-49B5-1259-69D1-56E1E2E2B70B}"/>
          </ac:picMkLst>
        </pc:picChg>
      </pc:sldChg>
      <pc:sldChg chg="addSp delSp modSp add mod modClrScheme chgLayout">
        <pc:chgData name="Clint Harwood" userId="868c4513-4632-4226-bd05-c46b0408d97b" providerId="ADAL" clId="{B6287907-B5C4-40D2-853F-E45A399C013D}" dt="2026-05-18T19:26:47.973" v="744" actId="108"/>
        <pc:sldMkLst>
          <pc:docMk/>
          <pc:sldMk cId="3296523439" sldId="366"/>
        </pc:sldMkLst>
        <pc:spChg chg="add mod">
          <ac:chgData name="Clint Harwood" userId="868c4513-4632-4226-bd05-c46b0408d97b" providerId="ADAL" clId="{B6287907-B5C4-40D2-853F-E45A399C013D}" dt="2026-05-18T19:26:47.973" v="744" actId="108"/>
          <ac:spMkLst>
            <pc:docMk/>
            <pc:sldMk cId="3296523439" sldId="366"/>
            <ac:spMk id="2" creationId="{40713C2A-5D66-66D9-79A1-76BF7F25B712}"/>
          </ac:spMkLst>
        </pc:spChg>
        <pc:spChg chg="mod ord">
          <ac:chgData name="Clint Harwood" userId="868c4513-4632-4226-bd05-c46b0408d97b" providerId="ADAL" clId="{B6287907-B5C4-40D2-853F-E45A399C013D}" dt="2026-05-14T13:53:22.277" v="352" actId="700"/>
          <ac:spMkLst>
            <pc:docMk/>
            <pc:sldMk cId="3296523439" sldId="366"/>
            <ac:spMk id="3" creationId="{923ABE1B-A4F8-E860-5D5C-ABD5E4269705}"/>
          </ac:spMkLst>
        </pc:spChg>
        <pc:spChg chg="mod ord">
          <ac:chgData name="Clint Harwood" userId="868c4513-4632-4226-bd05-c46b0408d97b" providerId="ADAL" clId="{B6287907-B5C4-40D2-853F-E45A399C013D}" dt="2026-05-14T13:53:22.277" v="352" actId="700"/>
          <ac:spMkLst>
            <pc:docMk/>
            <pc:sldMk cId="3296523439" sldId="366"/>
            <ac:spMk id="7" creationId="{72D5DB43-222C-8491-C48C-0010391F8705}"/>
          </ac:spMkLst>
        </pc:spChg>
      </pc:sldChg>
      <pc:sldChg chg="addSp modSp new mod ord">
        <pc:chgData name="Clint Harwood" userId="868c4513-4632-4226-bd05-c46b0408d97b" providerId="ADAL" clId="{B6287907-B5C4-40D2-853F-E45A399C013D}" dt="2026-05-19T13:50:34.072" v="837"/>
        <pc:sldMkLst>
          <pc:docMk/>
          <pc:sldMk cId="2939827505" sldId="367"/>
        </pc:sldMkLst>
        <pc:spChg chg="mod">
          <ac:chgData name="Clint Harwood" userId="868c4513-4632-4226-bd05-c46b0408d97b" providerId="ADAL" clId="{B6287907-B5C4-40D2-853F-E45A399C013D}" dt="2026-05-19T13:46:10.931" v="772" actId="20577"/>
          <ac:spMkLst>
            <pc:docMk/>
            <pc:sldMk cId="2939827505" sldId="367"/>
            <ac:spMk id="2" creationId="{EC366EBC-F286-53E6-D4B7-2D95A316119C}"/>
          </ac:spMkLst>
        </pc:spChg>
        <pc:picChg chg="add mod">
          <ac:chgData name="Clint Harwood" userId="868c4513-4632-4226-bd05-c46b0408d97b" providerId="ADAL" clId="{B6287907-B5C4-40D2-853F-E45A399C013D}" dt="2026-05-19T13:46:17.219" v="775" actId="1076"/>
          <ac:picMkLst>
            <pc:docMk/>
            <pc:sldMk cId="2939827505" sldId="367"/>
            <ac:picMk id="6" creationId="{53FCEC5B-A2F3-1B0E-63F2-A006ADA88F2B}"/>
          </ac:picMkLst>
        </pc:picChg>
        <pc:picChg chg="add mod">
          <ac:chgData name="Clint Harwood" userId="868c4513-4632-4226-bd05-c46b0408d97b" providerId="ADAL" clId="{B6287907-B5C4-40D2-853F-E45A399C013D}" dt="2026-05-19T13:47:25.713" v="778" actId="1076"/>
          <ac:picMkLst>
            <pc:docMk/>
            <pc:sldMk cId="2939827505" sldId="367"/>
            <ac:picMk id="8" creationId="{2BC89C05-3E8A-A46D-4342-5B7AB2495F09}"/>
          </ac:picMkLst>
        </pc:picChg>
      </pc:sldChg>
      <pc:sldChg chg="addSp delSp modSp add mod ord">
        <pc:chgData name="Clint Harwood" userId="868c4513-4632-4226-bd05-c46b0408d97b" providerId="ADAL" clId="{B6287907-B5C4-40D2-853F-E45A399C013D}" dt="2026-05-19T13:50:34.072" v="837"/>
        <pc:sldMkLst>
          <pc:docMk/>
          <pc:sldMk cId="1173630512" sldId="368"/>
        </pc:sldMkLst>
        <pc:picChg chg="del">
          <ac:chgData name="Clint Harwood" userId="868c4513-4632-4226-bd05-c46b0408d97b" providerId="ADAL" clId="{B6287907-B5C4-40D2-853F-E45A399C013D}" dt="2026-05-19T13:49:28.520" v="825" actId="478"/>
          <ac:picMkLst>
            <pc:docMk/>
            <pc:sldMk cId="1173630512" sldId="368"/>
            <ac:picMk id="6" creationId="{06C4DD8D-4FD2-A5BF-4A65-0FE29418EDE2}"/>
          </ac:picMkLst>
        </pc:picChg>
        <pc:picChg chg="add mod">
          <ac:chgData name="Clint Harwood" userId="868c4513-4632-4226-bd05-c46b0408d97b" providerId="ADAL" clId="{B6287907-B5C4-40D2-853F-E45A399C013D}" dt="2026-05-19T13:49:35.981" v="829" actId="1076"/>
          <ac:picMkLst>
            <pc:docMk/>
            <pc:sldMk cId="1173630512" sldId="368"/>
            <ac:picMk id="7" creationId="{01815551-1AD3-5E77-D380-F49E79B673EC}"/>
          </ac:picMkLst>
        </pc:picChg>
        <pc:picChg chg="del">
          <ac:chgData name="Clint Harwood" userId="868c4513-4632-4226-bd05-c46b0408d97b" providerId="ADAL" clId="{B6287907-B5C4-40D2-853F-E45A399C013D}" dt="2026-05-19T13:49:29.222" v="826" actId="478"/>
          <ac:picMkLst>
            <pc:docMk/>
            <pc:sldMk cId="1173630512" sldId="368"/>
            <ac:picMk id="8" creationId="{F81855F9-937C-38F6-42A9-1F4BDE1B32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32C87-9464-4CB7-AE30-F135B702032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C9CDB-5D65-4DC8-8FA5-71D8F429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3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18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3380-500C-6E4A-334D-37FCA33D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559A7-101E-B4F2-3998-28E7B404C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2CE29-97CD-00AE-E388-29F184733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API Tester software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9C5A8-7F1F-028D-69AA-FAC52ABBE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5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B7E7-6B8D-EC81-93E0-D0691152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A3C82-F157-452B-77AD-C524C4062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5C070-8A41-6CC6-820D-914A78A7A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API Tester software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385A8-5459-E12B-9F0F-3A51C16B9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0A19-3EC2-276D-0319-69D74D6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FD776-1979-7E9B-589E-43437A19D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86824-3A24-16DE-7075-E1D2CFB4E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API Tester software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3D8C9-21C8-B367-9BB2-2B9C4E185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89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61D4-92BE-FFD9-DE9B-A678BA25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6207-06E5-F7A5-5BF2-B4575C41D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D1F78-CA97-9795-E188-26F433DCB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C2A46-EF8B-19D2-1DB8-83BDF3B9B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1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B29F-E44C-4A40-B986-2C62D147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B48D6-0325-20D3-FDDA-21F305BA9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8E473-D1D2-F7D3-CCB5-97C607AE6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105B3-7595-789E-A977-E7ECDE0B5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05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>
            <a:extLst>
              <a:ext uri="{FF2B5EF4-FFF2-40B4-BE49-F238E27FC236}">
                <a16:creationId xmlns:a16="http://schemas.microsoft.com/office/drawing/2014/main" id="{EDE4D47D-E352-C1FF-A161-A9E4B2829ED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0274" y="0"/>
            <a:ext cx="7031725" cy="68510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C716E568-9DEB-C107-DB67-C960F1959545}"/>
              </a:ext>
            </a:extLst>
          </p:cNvPr>
          <p:cNvSpPr/>
          <p:nvPr userDrawn="1"/>
        </p:nvSpPr>
        <p:spPr>
          <a:xfrm>
            <a:off x="1797125" y="0"/>
            <a:ext cx="5923200" cy="6858000"/>
          </a:xfrm>
          <a:prstGeom prst="ellipse">
            <a:avLst/>
          </a:prstGeom>
          <a:solidFill>
            <a:srgbClr val="93C8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57;p13">
            <a:extLst>
              <a:ext uri="{FF2B5EF4-FFF2-40B4-BE49-F238E27FC236}">
                <a16:creationId xmlns:a16="http://schemas.microsoft.com/office/drawing/2014/main" id="{9662F6AC-FDC6-7359-63D2-882BAA0DA926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499" y="311824"/>
            <a:ext cx="1406177" cy="633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59;p13">
            <a:extLst>
              <a:ext uri="{FF2B5EF4-FFF2-40B4-BE49-F238E27FC236}">
                <a16:creationId xmlns:a16="http://schemas.microsoft.com/office/drawing/2014/main" id="{85C82105-4B9D-F7F5-703A-30090E267AC0}"/>
              </a:ext>
            </a:extLst>
          </p:cNvPr>
          <p:cNvGrpSpPr/>
          <p:nvPr userDrawn="1"/>
        </p:nvGrpSpPr>
        <p:grpSpPr>
          <a:xfrm rot="10800000">
            <a:off x="11722654" y="0"/>
            <a:ext cx="469343" cy="6858000"/>
            <a:chOff x="-50800" y="-51010"/>
            <a:chExt cx="349251" cy="5194510"/>
          </a:xfrm>
        </p:grpSpPr>
        <p:pic>
          <p:nvPicPr>
            <p:cNvPr id="13" name="Google Shape;60;p13">
              <a:extLst>
                <a:ext uri="{FF2B5EF4-FFF2-40B4-BE49-F238E27FC236}">
                  <a16:creationId xmlns:a16="http://schemas.microsoft.com/office/drawing/2014/main" id="{DAE99488-598C-E5C9-32A9-C06F8197BAD2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61;p13">
              <a:extLst>
                <a:ext uri="{FF2B5EF4-FFF2-40B4-BE49-F238E27FC236}">
                  <a16:creationId xmlns:a16="http://schemas.microsoft.com/office/drawing/2014/main" id="{BB281F6C-A885-3CBD-525F-D9421D78B96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62;p13">
              <a:extLst>
                <a:ext uri="{FF2B5EF4-FFF2-40B4-BE49-F238E27FC236}">
                  <a16:creationId xmlns:a16="http://schemas.microsoft.com/office/drawing/2014/main" id="{B126FFF3-8FCF-5346-F6AC-91B775D82B55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63;p13">
              <a:extLst>
                <a:ext uri="{FF2B5EF4-FFF2-40B4-BE49-F238E27FC236}">
                  <a16:creationId xmlns:a16="http://schemas.microsoft.com/office/drawing/2014/main" id="{E05AA2AD-B1C8-39AA-3376-B7AD1546D6D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149B2E-45BD-56CC-6A4E-A6D87F7A4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Headline for presentation to go in this location.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5E7208-E770-FF5E-67B6-70D2A75B9E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Presented by Jane Doe - Date</a:t>
            </a:r>
          </a:p>
        </p:txBody>
      </p:sp>
    </p:spTree>
    <p:extLst>
      <p:ext uri="{BB962C8B-B14F-4D97-AF65-F5344CB8AC3E}">
        <p14:creationId xmlns:p14="http://schemas.microsoft.com/office/powerpoint/2010/main" val="29779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white circle&#10;&#10;Description automatically generated">
            <a:extLst>
              <a:ext uri="{FF2B5EF4-FFF2-40B4-BE49-F238E27FC236}">
                <a16:creationId xmlns:a16="http://schemas.microsoft.com/office/drawing/2014/main" id="{908B0B3B-5854-A617-9015-46B90F344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oogle Shape;74;p14">
            <a:extLst>
              <a:ext uri="{FF2B5EF4-FFF2-40B4-BE49-F238E27FC236}">
                <a16:creationId xmlns:a16="http://schemas.microsoft.com/office/drawing/2014/main" id="{873A3693-6701-C718-813F-6B2B67D7B011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9" name="Google Shape;75;p14">
              <a:extLst>
                <a:ext uri="{FF2B5EF4-FFF2-40B4-BE49-F238E27FC236}">
                  <a16:creationId xmlns:a16="http://schemas.microsoft.com/office/drawing/2014/main" id="{3B1E2BF6-635B-8B0B-CA80-9DF22230808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6;p14">
              <a:extLst>
                <a:ext uri="{FF2B5EF4-FFF2-40B4-BE49-F238E27FC236}">
                  <a16:creationId xmlns:a16="http://schemas.microsoft.com/office/drawing/2014/main" id="{7D4B6114-D3BE-3EE5-5ABA-3A0FCDDCA9D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7;p14">
              <a:extLst>
                <a:ext uri="{FF2B5EF4-FFF2-40B4-BE49-F238E27FC236}">
                  <a16:creationId xmlns:a16="http://schemas.microsoft.com/office/drawing/2014/main" id="{5D5CEE5D-30AD-0812-A61D-9857DEB257F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78;p14">
              <a:extLst>
                <a:ext uri="{FF2B5EF4-FFF2-40B4-BE49-F238E27FC236}">
                  <a16:creationId xmlns:a16="http://schemas.microsoft.com/office/drawing/2014/main" id="{53782741-EE1C-BFB6-8449-D01BE355337D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Google Shape;73;p14">
            <a:extLst>
              <a:ext uri="{FF2B5EF4-FFF2-40B4-BE49-F238E27FC236}">
                <a16:creationId xmlns:a16="http://schemas.microsoft.com/office/drawing/2014/main" id="{B019080F-D915-E522-024A-5B7CCC19189E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262C9-C9DC-5902-6AE7-4C0B22BE0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0652" y="702234"/>
            <a:ext cx="2021478" cy="549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D14862-786C-6E5A-6AFD-0A98BC474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0177" y="1252220"/>
            <a:ext cx="4899148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Space for a brief introduction followed by a table of contents.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CBAF062-B0B1-D920-320A-4D1644056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8315" y="2065020"/>
            <a:ext cx="4314825" cy="25087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Full Width Column…………………………………3</a:t>
            </a:r>
          </a:p>
          <a:p>
            <a:pPr lvl="0"/>
            <a:r>
              <a:rPr lang="en-US"/>
              <a:t>Two Column Content…………………......…4</a:t>
            </a:r>
          </a:p>
          <a:p>
            <a:pPr lvl="0"/>
            <a:r>
              <a:rPr lang="en-US"/>
              <a:t>Text Right Image Left………………….………5</a:t>
            </a:r>
          </a:p>
          <a:p>
            <a:pPr lvl="0"/>
            <a:r>
              <a:rPr lang="en-US"/>
              <a:t>Text Left Image Right…………………...…….6</a:t>
            </a:r>
          </a:p>
          <a:p>
            <a:pPr lvl="0"/>
            <a:r>
              <a:rPr lang="en-US"/>
              <a:t>Chapter Break Styles………………………….7</a:t>
            </a:r>
          </a:p>
          <a:p>
            <a:pPr lvl="0"/>
            <a:r>
              <a:rPr lang="en-US"/>
              <a:t>Charts, Bullet points &amp; Buton….….10</a:t>
            </a:r>
          </a:p>
          <a:p>
            <a:pPr lvl="0"/>
            <a:r>
              <a:rPr lang="en-US"/>
              <a:t>Colored Images…………………………………...13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95114-633C-B5DF-E0AA-3198870ABF7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2579E-C4EA-5429-75B5-13DAA9AB9DB9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2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88" userDrawn="1">
          <p15:clr>
            <a:srgbClr val="FBAE40"/>
          </p15:clr>
        </p15:guide>
        <p15:guide id="3" pos="28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sitting at a table&#10;&#10;Description automatically generated">
            <a:extLst>
              <a:ext uri="{FF2B5EF4-FFF2-40B4-BE49-F238E27FC236}">
                <a16:creationId xmlns:a16="http://schemas.microsoft.com/office/drawing/2014/main" id="{B62C3166-75FE-9E85-6E72-34EC16B183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80BBCF0-9328-2866-45B2-7402197A9F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146" y="1234150"/>
            <a:ext cx="2294291" cy="22942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4"/>
            <a:ext cx="4859219" cy="4643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Introductions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A630D0-1455-0F82-4ACE-6F363C1CE3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85985" y="1785736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366385-EA2E-0977-8453-2D69E0566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952" y="3182381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6" name="Picture 25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35CB471-677A-C9A0-000D-99DE5A87F2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5123" y="1242028"/>
            <a:ext cx="2294291" cy="2294291"/>
          </a:xfrm>
          <a:prstGeom prst="rect">
            <a:avLst/>
          </a:prstGeom>
        </p:spPr>
      </p:pic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DEEEF1CC-052E-9014-7304-EB8912A70BA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07962" y="179361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4" name="Picture 33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8CC9AAA-7112-AA7E-2958-AE0A63BCCB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9563" y="3920858"/>
            <a:ext cx="2294291" cy="2294291"/>
          </a:xfrm>
          <a:prstGeom prst="rect">
            <a:avLst/>
          </a:prstGeom>
        </p:spPr>
      </p:pic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D9632E7E-0291-9805-3AA0-AF2972FE295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02402" y="447244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8" name="Picture 37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A9D4F83-9D57-FBD1-8FEC-FE55E30C26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2026" y="3904617"/>
            <a:ext cx="2294291" cy="2294291"/>
          </a:xfrm>
          <a:prstGeom prst="rect">
            <a:avLst/>
          </a:prstGeom>
        </p:spPr>
      </p:pic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F2D9FC10-A623-3549-0A16-07A95709F1C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804865" y="4456203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67F3D46B-210F-35F0-0480-6615D04D7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33135" y="3208470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834917C-DC8C-463A-FD02-287AAF40BE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8099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249BC89E-62CE-6349-77E9-CE6EC4524F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46264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011641B0-A663-FB66-877B-9DD68B80F444}"/>
              </a:ext>
            </a:extLst>
          </p:cNvPr>
          <p:cNvPicPr preferRelativeResize="0"/>
          <p:nvPr userDrawn="1"/>
        </p:nvPicPr>
        <p:blipFill>
          <a:blip r:embed="rId6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3FE2B-3539-C729-53E4-D1401DC2C8D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75D55D-683E-4FF6-63D0-0F65DA16DF6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5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6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Google Shape;90;p15">
            <a:extLst>
              <a:ext uri="{FF2B5EF4-FFF2-40B4-BE49-F238E27FC236}">
                <a16:creationId xmlns:a16="http://schemas.microsoft.com/office/drawing/2014/main" id="{55189AF5-04F2-D8F4-ED32-3AB37AA96C8B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B8C637-327F-4712-4C7F-E8196D08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FE3E04-30C9-FADB-7E98-743C3E40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D03FF-4790-CB69-0BEA-610298291F91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6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4" y="697765"/>
            <a:ext cx="9220204" cy="4795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8DC96-F5A2-7A00-4BEC-6D7FC314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624" y="1600201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2A4F84-0066-8B92-3E18-C4C2F5FC342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00800" y="1611923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716EB8-CE24-0C7B-A7D4-0D02BB9A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oogle Shape;90;p15">
            <a:extLst>
              <a:ext uri="{FF2B5EF4-FFF2-40B4-BE49-F238E27FC236}">
                <a16:creationId xmlns:a16="http://schemas.microsoft.com/office/drawing/2014/main" id="{DAC1024C-B160-68E9-2A4F-38864430BFC0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9BB092-76C1-0B31-0252-7D3E75D62ADA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5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at a table&#10;&#10;Description automatically generated">
            <a:extLst>
              <a:ext uri="{FF2B5EF4-FFF2-40B4-BE49-F238E27FC236}">
                <a16:creationId xmlns:a16="http://schemas.microsoft.com/office/drawing/2014/main" id="{C32C9B9E-DA15-1DB4-C543-7E275CB8BA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031"/>
          <a:stretch/>
        </p:blipFill>
        <p:spPr>
          <a:xfrm>
            <a:off x="5246370" y="0"/>
            <a:ext cx="694563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4599" y="694289"/>
            <a:ext cx="5570562" cy="483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left</a:t>
            </a:r>
          </a:p>
        </p:txBody>
      </p:sp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028"/>
            <a:ext cx="557056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727C4-7997-C0A8-17AD-0130B9C4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oogle Shape;73;p14">
            <a:extLst>
              <a:ext uri="{FF2B5EF4-FFF2-40B4-BE49-F238E27FC236}">
                <a16:creationId xmlns:a16="http://schemas.microsoft.com/office/drawing/2014/main" id="{D3F97B9C-129B-16BD-3D34-A2CC585F8A1B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7A3FF8-2DE8-F511-7A41-C8EF10E8378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3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orking together&#10;&#10;Description automatically generated">
            <a:extLst>
              <a:ext uri="{FF2B5EF4-FFF2-40B4-BE49-F238E27FC236}">
                <a16:creationId xmlns:a16="http://schemas.microsoft.com/office/drawing/2014/main" id="{5A04A848-2F07-F46E-61FC-E193775DCD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3801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0E002705-CC87-3F28-471D-BC49F7EDEBDF}"/>
              </a:ext>
            </a:extLst>
          </p:cNvPr>
          <p:cNvGrpSpPr/>
          <p:nvPr userDrawn="1"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BC7771B3-7426-E888-B3A7-6F96F6C66EF8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2DAC050F-EA63-261D-7AA9-3A8074E75880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B4738746-4FCC-2A3C-14D4-8E536869550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C94F1EB7-F55B-C9E0-F7E8-D4CA11718E7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73;p14">
            <a:extLst>
              <a:ext uri="{FF2B5EF4-FFF2-40B4-BE49-F238E27FC236}">
                <a16:creationId xmlns:a16="http://schemas.microsoft.com/office/drawing/2014/main" id="{A055FAFF-4336-AC37-4841-7E68C42B2005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CAA8AC2-C491-69F1-C4B3-C3085284A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right.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80CC554-6580-8523-742B-CBBD869FE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B9BD0-0268-D4A7-CA2C-950259A728CE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26A4B04-C113-613C-5B6D-2FA6F808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0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3552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Green Section Header">
    <p:bg>
      <p:bgPr>
        <a:solidFill>
          <a:srgbClr val="93C84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6;p19">
            <a:extLst>
              <a:ext uri="{FF2B5EF4-FFF2-40B4-BE49-F238E27FC236}">
                <a16:creationId xmlns:a16="http://schemas.microsoft.com/office/drawing/2014/main" id="{40584528-5F09-D00E-D363-BD39CA9F30D4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7;p19">
            <a:extLst>
              <a:ext uri="{FF2B5EF4-FFF2-40B4-BE49-F238E27FC236}">
                <a16:creationId xmlns:a16="http://schemas.microsoft.com/office/drawing/2014/main" id="{1C2D7809-340C-BB03-120E-C83A031B11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A8127C7-4B56-89A6-BB60-0AE7EEF799A6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480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Orange Section Header">
    <p:bg>
      <p:bgPr>
        <a:solidFill>
          <a:srgbClr val="F0A44B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4;p20">
            <a:extLst>
              <a:ext uri="{FF2B5EF4-FFF2-40B4-BE49-F238E27FC236}">
                <a16:creationId xmlns:a16="http://schemas.microsoft.com/office/drawing/2014/main" id="{C3F55D31-0402-B9AE-7650-0A952BA4AF5E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8"/>
            <a:ext cx="12192000" cy="68580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5;p20">
            <a:extLst>
              <a:ext uri="{FF2B5EF4-FFF2-40B4-BE49-F238E27FC236}">
                <a16:creationId xmlns:a16="http://schemas.microsoft.com/office/drawing/2014/main" id="{0E86E09F-1BF7-0EC4-D63A-89AE2AE37563}"/>
              </a:ext>
            </a:extLst>
          </p:cNvPr>
          <p:cNvSpPr/>
          <p:nvPr userDrawn="1"/>
        </p:nvSpPr>
        <p:spPr>
          <a:xfrm>
            <a:off x="0" y="0"/>
            <a:ext cx="12192000" cy="6858027"/>
          </a:xfrm>
          <a:prstGeom prst="rect">
            <a:avLst/>
          </a:prstGeom>
          <a:solidFill>
            <a:srgbClr val="F0A44B">
              <a:alpha val="69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FBE324B4-A421-6E97-5A05-50F6DF3E8594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294748A2-970B-23E4-6F07-BD8FAC07DE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1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Purple Section Header">
    <p:bg>
      <p:bgPr>
        <a:solidFill>
          <a:srgbClr val="756AA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2;p21">
            <a:extLst>
              <a:ext uri="{FF2B5EF4-FFF2-40B4-BE49-F238E27FC236}">
                <a16:creationId xmlns:a16="http://schemas.microsoft.com/office/drawing/2014/main" id="{31741A1A-8DCB-C346-D850-1207EA6CB40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7535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3;p21">
            <a:extLst>
              <a:ext uri="{FF2B5EF4-FFF2-40B4-BE49-F238E27FC236}">
                <a16:creationId xmlns:a16="http://schemas.microsoft.com/office/drawing/2014/main" id="{E50E6F3A-0C90-37AD-E5FE-AB0089B9FE1A}"/>
              </a:ext>
            </a:extLst>
          </p:cNvPr>
          <p:cNvSpPr/>
          <p:nvPr userDrawn="1"/>
        </p:nvSpPr>
        <p:spPr>
          <a:xfrm>
            <a:off x="0" y="0"/>
            <a:ext cx="12175350" cy="6902450"/>
          </a:xfrm>
          <a:prstGeom prst="rect">
            <a:avLst/>
          </a:prstGeom>
          <a:solidFill>
            <a:srgbClr val="756AA0">
              <a:alpha val="65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73;p14">
            <a:extLst>
              <a:ext uri="{FF2B5EF4-FFF2-40B4-BE49-F238E27FC236}">
                <a16:creationId xmlns:a16="http://schemas.microsoft.com/office/drawing/2014/main" id="{AEAB26AE-1AF2-2C37-CB19-06D6ABD758D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E1B02EFF-B6D0-0D62-1C65-31CDD326CDF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58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tyle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86335"/>
            <a:ext cx="9220204" cy="4566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Styles for charts.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Google Shape;90;p15">
            <a:extLst>
              <a:ext uri="{FF2B5EF4-FFF2-40B4-BE49-F238E27FC236}">
                <a16:creationId xmlns:a16="http://schemas.microsoft.com/office/drawing/2014/main" id="{6847B1C8-5038-31F9-2966-C6AF69133E23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9EC865A-B90C-C33D-03AD-FFD17C5A8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A1C76-48A8-A8AE-F5E6-EA03CD2B09B8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2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at camera&#10;&#10;Description automatically generated">
            <a:extLst>
              <a:ext uri="{FF2B5EF4-FFF2-40B4-BE49-F238E27FC236}">
                <a16:creationId xmlns:a16="http://schemas.microsoft.com/office/drawing/2014/main" id="{49B738D8-CB58-D826-EF32-56C609671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219"/>
          <a:stretch/>
        </p:blipFill>
        <p:spPr>
          <a:xfrm>
            <a:off x="5269230" y="0"/>
            <a:ext cx="692277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321"/>
            <a:ext cx="559342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6286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10858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lvl="2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60539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Bullet point styles.</a:t>
            </a:r>
          </a:p>
        </p:txBody>
      </p:sp>
      <p:pic>
        <p:nvPicPr>
          <p:cNvPr id="8" name="Google Shape;73;p14">
            <a:extLst>
              <a:ext uri="{FF2B5EF4-FFF2-40B4-BE49-F238E27FC236}">
                <a16:creationId xmlns:a16="http://schemas.microsoft.com/office/drawing/2014/main" id="{D671AD05-C359-163E-7FFC-ECAD129F32F3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25196E-9056-138F-14A3-E490D706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04FA6-C1D1-0007-CF4A-CC228CD5542C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58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tton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miling at a computer&#10;&#10;Description automatically generated">
            <a:extLst>
              <a:ext uri="{FF2B5EF4-FFF2-40B4-BE49-F238E27FC236}">
                <a16:creationId xmlns:a16="http://schemas.microsoft.com/office/drawing/2014/main" id="{C1D7A77D-92EE-1983-98DC-A269133E8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512C82E3-D0E4-0C04-CB9B-9D7933281A85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CE42B3CB-915E-68CF-D7B2-ED663B15EAF4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E9C2083F-6F85-6B54-8858-0FBD1FD1A7B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5B903F00-B650-EC64-B1CC-60F666DD75D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75FA782E-6A9F-E413-FA4A-63B7599E776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588770"/>
            <a:ext cx="5559672" cy="36690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E57E62-D532-AB85-D489-8F6289D3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Button style &amp; paragraph.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CA6F1-590A-B367-741E-51336332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3;p14">
            <a:extLst>
              <a:ext uri="{FF2B5EF4-FFF2-40B4-BE49-F238E27FC236}">
                <a16:creationId xmlns:a16="http://schemas.microsoft.com/office/drawing/2014/main" id="{D1C6058B-99CB-EB97-B768-9E1C0C811AB4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1EF2C5-344F-B1FC-E46F-5D4C86B82DCD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5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y Phot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02;p25">
            <a:extLst>
              <a:ext uri="{FF2B5EF4-FFF2-40B4-BE49-F238E27FC236}">
                <a16:creationId xmlns:a16="http://schemas.microsoft.com/office/drawing/2014/main" id="{E1B31BF2-0274-419B-8B10-C88D965A589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1999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3B2AF631-BAEC-FA02-4F69-45BD71354E9B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0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Orange Photo">
    <p:bg>
      <p:bgPr>
        <a:solidFill>
          <a:srgbClr val="F0A44B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8">
            <a:extLst>
              <a:ext uri="{FF2B5EF4-FFF2-40B4-BE49-F238E27FC236}">
                <a16:creationId xmlns:a16="http://schemas.microsoft.com/office/drawing/2014/main" id="{821381BF-0F25-86E8-4A32-EA6BF74F4C91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3B6D7192-C6F8-E3A1-3ADE-BB7FD3191B2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90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Purple Photo">
    <p:bg>
      <p:bgPr>
        <a:solidFill>
          <a:srgbClr val="756AA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5;p27">
            <a:extLst>
              <a:ext uri="{FF2B5EF4-FFF2-40B4-BE49-F238E27FC236}">
                <a16:creationId xmlns:a16="http://schemas.microsoft.com/office/drawing/2014/main" id="{F72A3A33-BDE9-2B11-696E-42F73B8C3A26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F9FE4B3-B8B7-8ABE-4E15-FA27DE7B79A8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48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en Photo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71906301-F4C7-7FCC-1426-FB8775AAC263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0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Statemen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25113"/>
            <a:ext cx="9196510" cy="47830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3E74E6-0E74-30CC-8A9E-789AA206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90;p15">
            <a:extLst>
              <a:ext uri="{FF2B5EF4-FFF2-40B4-BE49-F238E27FC236}">
                <a16:creationId xmlns:a16="http://schemas.microsoft.com/office/drawing/2014/main" id="{E9FA2C5F-2DF5-8D79-793F-8161AC762E26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39E06D-E56A-C13B-62C8-2340DB71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Confidentiality Statement.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C0B18-540F-51E0-7512-6B72F64EF9E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226;p29">
            <a:extLst>
              <a:ext uri="{FF2B5EF4-FFF2-40B4-BE49-F238E27FC236}">
                <a16:creationId xmlns:a16="http://schemas.microsoft.com/office/drawing/2014/main" id="{E130A4DC-CEDF-FAFE-95EB-56BDD434B56B}"/>
              </a:ext>
            </a:extLst>
          </p:cNvPr>
          <p:cNvSpPr/>
          <p:nvPr userDrawn="1"/>
        </p:nvSpPr>
        <p:spPr>
          <a:xfrm>
            <a:off x="507999" y="0"/>
            <a:ext cx="4780898" cy="6883483"/>
          </a:xfrm>
          <a:prstGeom prst="rect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99BD69C5-F36E-F5A1-1BB5-94E616055584}"/>
              </a:ext>
            </a:extLst>
          </p:cNvPr>
          <p:cNvSpPr/>
          <p:nvPr userDrawn="1"/>
        </p:nvSpPr>
        <p:spPr>
          <a:xfrm>
            <a:off x="1813487" y="-12229"/>
            <a:ext cx="6141515" cy="6905398"/>
          </a:xfrm>
          <a:prstGeom prst="ellipse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234;p29">
            <a:extLst>
              <a:ext uri="{FF2B5EF4-FFF2-40B4-BE49-F238E27FC236}">
                <a16:creationId xmlns:a16="http://schemas.microsoft.com/office/drawing/2014/main" id="{D6148C73-848A-8D82-8A61-B58419ED5033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984" y="2514050"/>
            <a:ext cx="2273477" cy="10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6;p29">
            <a:extLst>
              <a:ext uri="{FF2B5EF4-FFF2-40B4-BE49-F238E27FC236}">
                <a16:creationId xmlns:a16="http://schemas.microsoft.com/office/drawing/2014/main" id="{84A8AFA1-D097-91F9-40B6-FA86B7B15DDC}"/>
              </a:ext>
            </a:extLst>
          </p:cNvPr>
          <p:cNvSpPr txBox="1"/>
          <p:nvPr userDrawn="1"/>
        </p:nvSpPr>
        <p:spPr>
          <a:xfrm>
            <a:off x="7883679" y="3599352"/>
            <a:ext cx="4628085" cy="56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B1E8C40-6A55-C48C-871D-CD0FA4A83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2875" y="2133844"/>
            <a:ext cx="4683125" cy="76041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Contact Us!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8AA11B9-FB78-DAEE-B496-4EF1E1CD9B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3995616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jdoe@thegroove.io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97CC3B7-1E0D-CC7B-F70D-330E53A11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09700" y="3601468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555-555-5555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0E0600C-7C83-6C4B-EA49-A0F3685B3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9700" y="3217875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91638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36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Thank You Slide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4;p31">
            <a:extLst>
              <a:ext uri="{FF2B5EF4-FFF2-40B4-BE49-F238E27FC236}">
                <a16:creationId xmlns:a16="http://schemas.microsoft.com/office/drawing/2014/main" id="{FDF6D7B5-8441-E1A9-07BC-E24AEAE978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55;p31">
            <a:extLst>
              <a:ext uri="{FF2B5EF4-FFF2-40B4-BE49-F238E27FC236}">
                <a16:creationId xmlns:a16="http://schemas.microsoft.com/office/drawing/2014/main" id="{297208A7-2FF5-EBE1-7DED-B557B8A9B12F}"/>
              </a:ext>
            </a:extLst>
          </p:cNvPr>
          <p:cNvSpPr txBox="1"/>
          <p:nvPr userDrawn="1"/>
        </p:nvSpPr>
        <p:spPr>
          <a:xfrm>
            <a:off x="3993439" y="2692140"/>
            <a:ext cx="4205123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sz="59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Google Shape;256;p31">
            <a:extLst>
              <a:ext uri="{FF2B5EF4-FFF2-40B4-BE49-F238E27FC236}">
                <a16:creationId xmlns:a16="http://schemas.microsoft.com/office/drawing/2014/main" id="{95E471CE-31A2-124B-657D-8ED2A7DBE7AD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625" y="4398075"/>
            <a:ext cx="1492750" cy="6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57;p31">
            <a:extLst>
              <a:ext uri="{FF2B5EF4-FFF2-40B4-BE49-F238E27FC236}">
                <a16:creationId xmlns:a16="http://schemas.microsoft.com/office/drawing/2014/main" id="{10644AFA-85AA-442E-9866-B028C157DAE9}"/>
              </a:ext>
            </a:extLst>
          </p:cNvPr>
          <p:cNvSpPr txBox="1"/>
          <p:nvPr userDrawn="1"/>
        </p:nvSpPr>
        <p:spPr>
          <a:xfrm>
            <a:off x="3311769" y="3584066"/>
            <a:ext cx="5568462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 more information, visit 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5112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eft Image Right">
  <p:cSld name="2_Text Left Image Right">
    <p:bg>
      <p:bgPr>
        <a:solidFill>
          <a:srgbClr val="EEEF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 descr="A group of people working togeth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22"/>
          <a:stretch/>
        </p:blipFill>
        <p:spPr>
          <a:xfrm>
            <a:off x="0" y="0"/>
            <a:ext cx="695894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211" name="Google Shape;211;p26"/>
            <p:cNvPicPr preferRelativeResize="0"/>
            <p:nvPr/>
          </p:nvPicPr>
          <p:blipFill rotWithShape="1">
            <a:blip r:embed="rId3">
              <a:alphaModFix/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02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>
          <p15:clr>
            <a:srgbClr val="FBAE40"/>
          </p15:clr>
        </p15:guide>
        <p15:guide id="2" pos="3552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756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7B9212-6C5A-B4B7-39AA-AD4BFAFE4CB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oogle Shape;144;p33">
            <a:extLst>
              <a:ext uri="{FF2B5EF4-FFF2-40B4-BE49-F238E27FC236}">
                <a16:creationId xmlns:a16="http://schemas.microsoft.com/office/drawing/2014/main" id="{AF56B439-66C9-D1D1-8208-9739EC4BFDDE}"/>
              </a:ext>
            </a:extLst>
          </p:cNvPr>
          <p:cNvGrpSpPr/>
          <p:nvPr userDrawn="1"/>
        </p:nvGrpSpPr>
        <p:grpSpPr>
          <a:xfrm rot="5400000">
            <a:off x="2789865" y="-2803451"/>
            <a:ext cx="502669" cy="6109586"/>
            <a:chOff x="2" y="-23948"/>
            <a:chExt cx="347435" cy="4599553"/>
          </a:xfrm>
        </p:grpSpPr>
        <p:pic>
          <p:nvPicPr>
            <p:cNvPr id="5" name="Google Shape;145;p33">
              <a:extLst>
                <a:ext uri="{FF2B5EF4-FFF2-40B4-BE49-F238E27FC236}">
                  <a16:creationId xmlns:a16="http://schemas.microsoft.com/office/drawing/2014/main" id="{7476E208-A2AB-F958-DAFC-67FAF00009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4" t="54638" r="33290"/>
            <a:stretch/>
          </p:blipFill>
          <p:spPr>
            <a:xfrm rot="10800000">
              <a:off x="16" y="4104100"/>
              <a:ext cx="347420" cy="471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6;p33">
              <a:extLst>
                <a:ext uri="{FF2B5EF4-FFF2-40B4-BE49-F238E27FC236}">
                  <a16:creationId xmlns:a16="http://schemas.microsoft.com/office/drawing/2014/main" id="{A4DDFC2C-0F77-FBD0-0346-7F21474DCF7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7;p33">
              <a:extLst>
                <a:ext uri="{FF2B5EF4-FFF2-40B4-BE49-F238E27FC236}">
                  <a16:creationId xmlns:a16="http://schemas.microsoft.com/office/drawing/2014/main" id="{3C3EF074-E80B-D10B-9493-9233C51AC09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8;p33">
              <a:extLst>
                <a:ext uri="{FF2B5EF4-FFF2-40B4-BE49-F238E27FC236}">
                  <a16:creationId xmlns:a16="http://schemas.microsoft.com/office/drawing/2014/main" id="{F031CE4F-D73C-9010-B5AF-1CB1E09F8B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oogle Shape;149;p33">
            <a:extLst>
              <a:ext uri="{FF2B5EF4-FFF2-40B4-BE49-F238E27FC236}">
                <a16:creationId xmlns:a16="http://schemas.microsoft.com/office/drawing/2014/main" id="{F6534BBF-50E8-1B60-5DBE-3F73CBF8DA71}"/>
              </a:ext>
            </a:extLst>
          </p:cNvPr>
          <p:cNvGrpSpPr/>
          <p:nvPr userDrawn="1"/>
        </p:nvGrpSpPr>
        <p:grpSpPr>
          <a:xfrm rot="5400000">
            <a:off x="8892661" y="-2796659"/>
            <a:ext cx="502677" cy="6095993"/>
            <a:chOff x="-4" y="554232"/>
            <a:chExt cx="347441" cy="4589319"/>
          </a:xfrm>
        </p:grpSpPr>
        <p:pic>
          <p:nvPicPr>
            <p:cNvPr id="10" name="Google Shape;150;p33">
              <a:extLst>
                <a:ext uri="{FF2B5EF4-FFF2-40B4-BE49-F238E27FC236}">
                  <a16:creationId xmlns:a16="http://schemas.microsoft.com/office/drawing/2014/main" id="{EF0393FB-F0C7-9D4D-7380-5F61803064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5" r="33288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1;p33">
              <a:extLst>
                <a:ext uri="{FF2B5EF4-FFF2-40B4-BE49-F238E27FC236}">
                  <a16:creationId xmlns:a16="http://schemas.microsoft.com/office/drawing/2014/main" id="{679DD34F-039F-998C-DF3F-4009DDE158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2;p33">
              <a:extLst>
                <a:ext uri="{FF2B5EF4-FFF2-40B4-BE49-F238E27FC236}">
                  <a16:creationId xmlns:a16="http://schemas.microsoft.com/office/drawing/2014/main" id="{D2A8CDBC-F056-4A21-3295-623E0C1AD0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3;p33">
              <a:extLst>
                <a:ext uri="{FF2B5EF4-FFF2-40B4-BE49-F238E27FC236}">
                  <a16:creationId xmlns:a16="http://schemas.microsoft.com/office/drawing/2014/main" id="{37F150E0-77CD-6BDB-E9B0-50763CEDD7F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 b="42018"/>
            <a:stretch/>
          </p:blipFill>
          <p:spPr>
            <a:xfrm rot="10800000">
              <a:off x="-4" y="554232"/>
              <a:ext cx="347440" cy="79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2;p33">
            <a:extLst>
              <a:ext uri="{FF2B5EF4-FFF2-40B4-BE49-F238E27FC236}">
                <a16:creationId xmlns:a16="http://schemas.microsoft.com/office/drawing/2014/main" id="{F8D69C51-D7F8-C039-A667-B8E8A3A0AA2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89920" y="5892457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7;p29">
            <a:extLst>
              <a:ext uri="{FF2B5EF4-FFF2-40B4-BE49-F238E27FC236}">
                <a16:creationId xmlns:a16="http://schemas.microsoft.com/office/drawing/2014/main" id="{78B60632-FF21-4310-A15B-8DC6F98A884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4131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06D1D-43F4-17F6-CF27-78C417C4C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3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90" r:id="rId3"/>
    <p:sldLayoutId id="2147483663" r:id="rId4"/>
    <p:sldLayoutId id="2147483674" r:id="rId5"/>
    <p:sldLayoutId id="2147483675" r:id="rId6"/>
    <p:sldLayoutId id="2147483678" r:id="rId7"/>
    <p:sldLayoutId id="2147483682" r:id="rId8"/>
    <p:sldLayoutId id="2147483683" r:id="rId9"/>
    <p:sldLayoutId id="2147483684" r:id="rId10"/>
    <p:sldLayoutId id="2147483686" r:id="rId11"/>
    <p:sldLayoutId id="2147483676" r:id="rId12"/>
    <p:sldLayoutId id="2147483677" r:id="rId13"/>
    <p:sldLayoutId id="2147483685" r:id="rId14"/>
    <p:sldLayoutId id="2147483679" r:id="rId15"/>
    <p:sldLayoutId id="2147483680" r:id="rId16"/>
    <p:sldLayoutId id="2147483681" r:id="rId17"/>
    <p:sldLayoutId id="2147483688" r:id="rId18"/>
    <p:sldLayoutId id="2147483689" r:id="rId19"/>
    <p:sldLayoutId id="2147483687" r:id="rId20"/>
    <p:sldLayoutId id="2147483691" r:id="rId21"/>
    <p:sldLayoutId id="2147483692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C09B-0487-F89B-ED16-DBF366F8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Orchestrations: Launch, Cancel, Kill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17C1-981B-BA95-47DE-EF315E48E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396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“Just Hire John Wick “ –B. Fahey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 descr="A group of colorful circles&#10;&#10;Description automatically generated">
            <a:extLst>
              <a:ext uri="{FF2B5EF4-FFF2-40B4-BE49-F238E27FC236}">
                <a16:creationId xmlns:a16="http://schemas.microsoft.com/office/drawing/2014/main" id="{81C863BD-44A4-ADA2-31E2-A53F6F0E33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  <a:solidFill>
            <a:srgbClr val="93C946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16E8F9-0854-FC45-A230-A16323D8BECE}"/>
              </a:ext>
            </a:extLst>
          </p:cNvPr>
          <p:cNvSpPr txBox="1"/>
          <p:nvPr/>
        </p:nvSpPr>
        <p:spPr>
          <a:xfrm>
            <a:off x="215154" y="6407986"/>
            <a:ext cx="200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May 19 2026</a:t>
            </a:r>
          </a:p>
        </p:txBody>
      </p:sp>
    </p:spTree>
    <p:extLst>
      <p:ext uri="{BB962C8B-B14F-4D97-AF65-F5344CB8AC3E}">
        <p14:creationId xmlns:p14="http://schemas.microsoft.com/office/powerpoint/2010/main" val="42446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0168-D52D-170D-1820-018AE4DD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F84936-1E66-FCCB-BB4F-B571269FD0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285750"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Templates</a:t>
            </a:r>
          </a:p>
          <a:p>
            <a:pPr marL="514350" indent="-285750"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O4I</a:t>
            </a:r>
          </a:p>
          <a:p>
            <a:pPr marL="514350" indent="-285750"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Insights</a:t>
            </a:r>
            <a:endParaRPr lang="en-US" sz="2400" b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marL="514350" indent="-285750"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Orchestrate API</a:t>
            </a:r>
          </a:p>
          <a:p>
            <a:pPr marL="514350" indent="-285750"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F5155-A298-5627-0386-58AB2C23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E9605E-CC9A-0FEC-0428-5E2EC9CFA9C1}"/>
              </a:ext>
            </a:extLst>
          </p:cNvPr>
          <p:cNvSpPr txBox="1">
            <a:spLocks/>
          </p:cNvSpPr>
          <p:nvPr/>
        </p:nvSpPr>
        <p:spPr>
          <a:xfrm>
            <a:off x="3578638" y="1441206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1" indent="0"/>
            <a:endParaRPr lang="en-US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0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F957-B2BC-A2AB-D8E7-8109EEA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A821-CBF6-CF6D-2F3D-E0280C1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Templates Are There?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193ED-77F5-C943-96DF-2330492D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What Can Run Away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Synch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O4I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Async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BP Triggered</a:t>
            </a:r>
          </a:p>
          <a:p>
            <a:pPr marL="685800" lvl="1" indent="0"/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0220-B2CC-2263-8942-6C61CB0D3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6EBC-F286-53E6-D4B7-2D95A316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O4I Abort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10CB4-E1FB-5382-2977-9350F0C05E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04D7A-0D95-148E-EE3D-B08B4CE3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CEC5B-A2F3-1B0E-63F2-A006ADA8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27" y="1730915"/>
            <a:ext cx="9424737" cy="1895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C89C05-3E8A-A46D-4342-5B7AB2495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263" y="4009083"/>
            <a:ext cx="8317860" cy="174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2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FEA09-4796-72C2-9979-144B55CC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Cancellation Barrier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33213-8DFE-23BA-5D75-924DAA1F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35B1B140-3EA1-F2FC-CE8A-296522BFF3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891032-BC18-1496-8D90-D8752C2860EC}"/>
              </a:ext>
            </a:extLst>
          </p:cNvPr>
          <p:cNvSpPr txBox="1"/>
          <p:nvPr/>
        </p:nvSpPr>
        <p:spPr>
          <a:xfrm>
            <a:off x="1637970" y="2067339"/>
            <a:ext cx="54784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Gives a Safe Stop for Cancel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to decide where!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47C00-363C-D716-3BF7-FC2B3260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90" y="2834804"/>
            <a:ext cx="6181665" cy="343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3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04F5-9B35-1A27-AAA2-8942F1DE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B18C-FBA2-1D33-EDB6-DA841901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O4I Abort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8DBF3-2033-DF26-848F-36514E9FA1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D8C4D-C3E0-E578-9D1C-C7F7D9B5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15551-1AD3-5E77-D380-F49E79B6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54" y="3132566"/>
            <a:ext cx="9364871" cy="317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30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95E0-284B-6E6A-799E-970E7055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E986F3-61DF-8BF1-51C9-39101CAA37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C7009B-8B59-D60A-AF07-88ABC1EC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29" y="702945"/>
            <a:ext cx="5909403" cy="549275"/>
          </a:xfrm>
        </p:spPr>
        <p:txBody>
          <a:bodyPr>
            <a:normAutofit/>
          </a:bodyPr>
          <a:lstStyle/>
          <a:p>
            <a:r>
              <a:rPr lang="en-US" dirty="0"/>
              <a:t>Orchestrate Insights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D1537-49B5-1259-69D1-56E1E2E2B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38" y="1960096"/>
            <a:ext cx="7460194" cy="319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3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963C-4368-73F9-65E2-8709962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D5DB43-222C-8491-C48C-0010391F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Orchestrate Insights API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ABE1B-A4F8-E860-5D5C-ABD5E426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13C2A-5D66-66D9-79A1-76BF7F25B712}"/>
              </a:ext>
            </a:extLst>
          </p:cNvPr>
          <p:cNvSpPr txBox="1"/>
          <p:nvPr/>
        </p:nvSpPr>
        <p:spPr>
          <a:xfrm>
            <a:off x="2276669" y="2351314"/>
            <a:ext cx="5206482" cy="3652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  <a:sym typeface="Poppins Light"/>
              </a:rPr>
              <a:t>Recent Runs</a:t>
            </a:r>
          </a:p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  <a:sym typeface="Poppins Light"/>
              </a:rPr>
              <a:t>Query the Logs</a:t>
            </a:r>
          </a:p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  <a:sym typeface="Poppins Light"/>
              </a:rPr>
              <a:t>	30 days</a:t>
            </a:r>
          </a:p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  <a:sym typeface="Poppins Light"/>
              </a:rPr>
              <a:t>This Tenant</a:t>
            </a:r>
          </a:p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  <a:sym typeface="Poppins Light"/>
              </a:rPr>
              <a:t>All Tenants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2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558-54B9-2AC3-AA5B-7E0F0C79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Orchestrate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AF5D3F-C78E-3FB0-0581-CB8615342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42" y="1492276"/>
            <a:ext cx="8268344" cy="49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D104-6829-B7AA-A881-4710D3D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36D432-B406-E76C-4B5D-8CE2AFFC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62BAA-669F-F0DD-2A37-567F2E67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0E881-B286-EDBA-E8E1-004CC357B989}"/>
              </a:ext>
            </a:extLst>
          </p:cNvPr>
          <p:cNvSpPr txBox="1"/>
          <p:nvPr/>
        </p:nvSpPr>
        <p:spPr>
          <a:xfrm>
            <a:off x="1073823" y="1333413"/>
            <a:ext cx="7157114" cy="488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Two types of Tokens</a:t>
            </a:r>
          </a:p>
          <a:p>
            <a:pPr marL="971550" lvl="2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Tenanted</a:t>
            </a:r>
          </a:p>
          <a:p>
            <a:pPr marL="971550" lvl="2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Developer Site (All Tenants)</a:t>
            </a:r>
          </a:p>
          <a:p>
            <a:pPr marL="514350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Just need to be authenticated</a:t>
            </a:r>
          </a:p>
          <a:p>
            <a:pPr marL="514350" lvl="1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Can Cancel an Orchestration you can’t launch</a:t>
            </a:r>
          </a:p>
          <a:p>
            <a:pPr marL="514350" lvl="1" indent="-28575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Lock down those Run IDs!</a:t>
            </a:r>
          </a:p>
          <a:p>
            <a:pPr marL="512064" indent="-283464" algn="l" rtl="0" eaLnBrk="1" latinLnBrk="0" hangingPunct="1">
              <a:buClrTx/>
              <a:buSzPts val="2000"/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304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11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3A014-0451-8767-AB3D-5B2AFEDA709C}"/>
              </a:ext>
            </a:extLst>
          </p:cNvPr>
          <p:cNvSpPr txBox="1"/>
          <p:nvPr/>
        </p:nvSpPr>
        <p:spPr>
          <a:xfrm>
            <a:off x="2168692" y="1968851"/>
            <a:ext cx="6454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/apps/{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appID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}/orchestrations/{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orchestrationName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}/cancel/{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orchestrationId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}</a:t>
            </a:r>
          </a:p>
          <a:p>
            <a:pPr algn="l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TENANTED Token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Poppins"/>
                <a:cs typeface="Poppins"/>
              </a:rPr>
              <a:t>Use a Wrapper Orchestration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b="0" i="0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824C8D2-FBCA-9B83-DFA8-B777AB55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627" y="697765"/>
            <a:ext cx="5605393" cy="502385"/>
          </a:xfrm>
        </p:spPr>
        <p:txBody>
          <a:bodyPr/>
          <a:lstStyle/>
          <a:p>
            <a:r>
              <a:rPr lang="en-US" dirty="0"/>
              <a:t>Cancel with a 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95580-3497-9698-092A-332557B9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352" y="4976200"/>
            <a:ext cx="7571874" cy="73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3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229E-FC80-0901-7C98-02714828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43D3AC-9106-9481-F580-C24081D89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Ignores Cancellation Barrier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KILL_REQUESTED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Updates to KILLED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A86A08-67B0-84AC-7789-9043ACF1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Kill with the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894A0-0617-848F-DBEE-841DF033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D7451-78D1-5411-6418-D527A887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62" y="4349336"/>
            <a:ext cx="930722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3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7163-65C9-51AE-FD33-AA29BDB1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9E4E-178F-A2B9-5F05-1EC93203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Kill with a PUT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839E65-FD24-7401-F86E-4A55294AB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28600"/>
            <a:endParaRPr lang="en-US" sz="20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Now Get out there 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Kill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Kill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Kill</a:t>
            </a:r>
          </a:p>
          <a:p>
            <a:r>
              <a:rPr lang="en-US" dirty="0"/>
              <a:t>(Read Dungeon Crawler Carl for the Reference)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40CF0-5C8E-3949-C2AA-A0FD0889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C0322B7-E31E-60C2-D6AD-5A96CECE4D24}"/>
              </a:ext>
            </a:extLst>
          </p:cNvPr>
          <p:cNvSpPr txBox="1">
            <a:spLocks/>
          </p:cNvSpPr>
          <p:nvPr/>
        </p:nvSpPr>
        <p:spPr>
          <a:xfrm>
            <a:off x="3578638" y="1441206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1" indent="0"/>
            <a:endParaRPr lang="en-US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3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7BE3-78F8-AB9B-44FE-6963059A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you.</a:t>
            </a:r>
          </a:p>
        </p:txBody>
      </p:sp>
      <p:pic>
        <p:nvPicPr>
          <p:cNvPr id="3" name="Picture 2" descr="A group of colorful circles&#10;&#10;Description automatically generated">
            <a:extLst>
              <a:ext uri="{FF2B5EF4-FFF2-40B4-BE49-F238E27FC236}">
                <a16:creationId xmlns:a16="http://schemas.microsoft.com/office/drawing/2014/main" id="{56007FE7-17A4-F384-5103-144F633F93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 Groov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45598b-ef4e-46d2-b31d-9b6149ba0766" xsi:nil="true"/>
    <lcf76f155ced4ddcb4097134ff3c332f xmlns="6832ed8e-e17a-41db-8f66-a28b87f2cfd6">
      <Terms xmlns="http://schemas.microsoft.com/office/infopath/2007/PartnerControls"/>
    </lcf76f155ced4ddcb4097134ff3c332f>
    <ContributorNote xmlns="6832ed8e-e17a-41db-8f66-a28b87f2cfd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B9CCCA2C2444B97DECB5EBD50BC75" ma:contentTypeVersion="13" ma:contentTypeDescription="Create a new document." ma:contentTypeScope="" ma:versionID="abf9afbf5f863c525513395e7f498347">
  <xsd:schema xmlns:xsd="http://www.w3.org/2001/XMLSchema" xmlns:xs="http://www.w3.org/2001/XMLSchema" xmlns:p="http://schemas.microsoft.com/office/2006/metadata/properties" xmlns:ns2="6832ed8e-e17a-41db-8f66-a28b87f2cfd6" xmlns:ns3="f545598b-ef4e-46d2-b31d-9b6149ba0766" targetNamespace="http://schemas.microsoft.com/office/2006/metadata/properties" ma:root="true" ma:fieldsID="b8b7f973a826ee314e54c0b73de29b67" ns2:_="" ns3:_="">
    <xsd:import namespace="6832ed8e-e17a-41db-8f66-a28b87f2cfd6"/>
    <xsd:import namespace="f545598b-ef4e-46d2-b31d-9b6149ba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ntributor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2ed8e-e17a-41db-8f66-a28b87f2cf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f96de8-1224-4ccc-9acf-3abee762a6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ContributorNote" ma:index="20" nillable="true" ma:displayName="Contributor Note" ma:description="Extra detail added by contributor of solution" ma:format="Dropdown" ma:internalName="Contributor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45598b-ef4e-46d2-b31d-9b6149ba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0854a2-65f9-45e2-b9a4-6dbe1438a0b1}" ma:internalName="TaxCatchAll" ma:showField="CatchAllData" ma:web="f545598b-ef4e-46d2-b31d-9b6149ba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55D886-88A5-436A-BE8C-29CCD5C25AC7}">
  <ds:schemaRefs>
    <ds:schemaRef ds:uri="7bce3858-6483-44f2-8395-53aa4549fe1c"/>
    <ds:schemaRef ds:uri="af26ca89-cbd6-4e2e-b1c2-1c91042f8e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5AE14F-2CFC-422C-9A11-3352DCFF20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943D2B-6AA2-4B02-9BAC-5E9C165ABEA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4951</TotalTime>
  <Words>204</Words>
  <Application>Microsoft Office PowerPoint</Application>
  <PresentationFormat>Widescreen</PresentationFormat>
  <Paragraphs>80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Poppins</vt:lpstr>
      <vt:lpstr>Poppins Light</vt:lpstr>
      <vt:lpstr>The Groove Theme</vt:lpstr>
      <vt:lpstr>Orchestrations: Launch, Cancel, Kill</vt:lpstr>
      <vt:lpstr>Agenda</vt:lpstr>
      <vt:lpstr>What Templates Are There?</vt:lpstr>
      <vt:lpstr>O4I Abort</vt:lpstr>
      <vt:lpstr>The Cancellation Barrier</vt:lpstr>
      <vt:lpstr>O4I Abort</vt:lpstr>
      <vt:lpstr>Orchestrate Insights API</vt:lpstr>
      <vt:lpstr>Orchestrate Insights API</vt:lpstr>
      <vt:lpstr>Orchestrate API</vt:lpstr>
      <vt:lpstr>Security</vt:lpstr>
      <vt:lpstr>Cancel with a Put</vt:lpstr>
      <vt:lpstr>Kill with the UI</vt:lpstr>
      <vt:lpstr>Kill with a PUT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Boyle</dc:creator>
  <cp:lastModifiedBy>Clint Harwood</cp:lastModifiedBy>
  <cp:revision>14</cp:revision>
  <dcterms:created xsi:type="dcterms:W3CDTF">2024-03-13T15:45:13Z</dcterms:created>
  <dcterms:modified xsi:type="dcterms:W3CDTF">2026-05-19T14:03:39Z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0x010100445B9CCCA2C2444B97DECB5EBD50BC75</vt:lpwstr>
  </property>
  <property fmtid="{D5CDD505-2E9C-101B-9397-08002B2CF9AE}" pid="3" name="MediaServiceImageTags">
    <vt:lpwstr/>
  </property>
</Properties>
</file>