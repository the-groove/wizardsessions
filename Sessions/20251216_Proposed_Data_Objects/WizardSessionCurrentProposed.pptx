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7" r:id="rId5"/>
    <p:sldId id="271" r:id="rId6"/>
    <p:sldId id="356" r:id="rId7"/>
    <p:sldId id="332" r:id="rId8"/>
    <p:sldId id="359" r:id="rId9"/>
    <p:sldId id="357" r:id="rId10"/>
    <p:sldId id="327" r:id="rId11"/>
    <p:sldId id="360" r:id="rId12"/>
    <p:sldId id="358" r:id="rId13"/>
    <p:sldId id="328" r:id="rId14"/>
    <p:sldId id="35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159D64-E3F7-4851-A101-32D10F88132C}">
          <p14:sldIdLst>
            <p14:sldId id="257"/>
            <p14:sldId id="271"/>
            <p14:sldId id="356"/>
            <p14:sldId id="332"/>
            <p14:sldId id="359"/>
            <p14:sldId id="357"/>
            <p14:sldId id="327"/>
            <p14:sldId id="360"/>
            <p14:sldId id="358"/>
            <p14:sldId id="328"/>
            <p14:sldId id="355"/>
          </p14:sldIdLst>
        </p14:section>
        <p14:section name="Extra Slides for Ideas" id="{F3EBF9E6-4AE7-4608-AF83-FB6AF542711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F0176-970D-4FCC-BF4E-BD049707B071}" v="22" dt="2025-12-15T16:48:29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59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nt Harwood" userId="868c4513-4632-4226-bd05-c46b0408d97b" providerId="ADAL" clId="{762F0176-970D-4FCC-BF4E-BD049707B071}"/>
    <pc:docChg chg="undo custSel addSld delSld modSld sldOrd modSection">
      <pc:chgData name="Clint Harwood" userId="868c4513-4632-4226-bd05-c46b0408d97b" providerId="ADAL" clId="{762F0176-970D-4FCC-BF4E-BD049707B071}" dt="2025-12-15T17:07:20.291" v="1520" actId="20577"/>
      <pc:docMkLst>
        <pc:docMk/>
      </pc:docMkLst>
      <pc:sldChg chg="modSp mod">
        <pc:chgData name="Clint Harwood" userId="868c4513-4632-4226-bd05-c46b0408d97b" providerId="ADAL" clId="{762F0176-970D-4FCC-BF4E-BD049707B071}" dt="2025-12-15T16:17:55.871" v="1173" actId="20577"/>
        <pc:sldMkLst>
          <pc:docMk/>
          <pc:sldMk cId="3218703110" sldId="257"/>
        </pc:sldMkLst>
        <pc:spChg chg="mod">
          <ac:chgData name="Clint Harwood" userId="868c4513-4632-4226-bd05-c46b0408d97b" providerId="ADAL" clId="{762F0176-970D-4FCC-BF4E-BD049707B071}" dt="2025-12-05T18:54:31.377" v="14" actId="20577"/>
          <ac:spMkLst>
            <pc:docMk/>
            <pc:sldMk cId="3218703110" sldId="257"/>
            <ac:spMk id="1393" creationId="{00000000-0000-0000-0000-000000000000}"/>
          </ac:spMkLst>
        </pc:spChg>
        <pc:spChg chg="mod">
          <ac:chgData name="Clint Harwood" userId="868c4513-4632-4226-bd05-c46b0408d97b" providerId="ADAL" clId="{762F0176-970D-4FCC-BF4E-BD049707B071}" dt="2025-12-15T16:17:55.871" v="1173" actId="20577"/>
          <ac:spMkLst>
            <pc:docMk/>
            <pc:sldMk cId="3218703110" sldId="257"/>
            <ac:spMk id="1394" creationId="{00000000-0000-0000-0000-000000000000}"/>
          </ac:spMkLst>
        </pc:spChg>
      </pc:sldChg>
      <pc:sldChg chg="delSp modSp del mod">
        <pc:chgData name="Clint Harwood" userId="868c4513-4632-4226-bd05-c46b0408d97b" providerId="ADAL" clId="{762F0176-970D-4FCC-BF4E-BD049707B071}" dt="2025-12-15T17:06:50.725" v="1505" actId="47"/>
        <pc:sldMkLst>
          <pc:docMk/>
          <pc:sldMk cId="452078962" sldId="262"/>
        </pc:sldMkLst>
        <pc:spChg chg="mod">
          <ac:chgData name="Clint Harwood" userId="868c4513-4632-4226-bd05-c46b0408d97b" providerId="ADAL" clId="{762F0176-970D-4FCC-BF4E-BD049707B071}" dt="2025-12-09T15:59:00.403" v="723" actId="20577"/>
          <ac:spMkLst>
            <pc:docMk/>
            <pc:sldMk cId="452078962" sldId="262"/>
            <ac:spMk id="1491" creationId="{00000000-0000-0000-0000-000000000000}"/>
          </ac:spMkLst>
        </pc:spChg>
      </pc:sldChg>
      <pc:sldChg chg="modSp mod">
        <pc:chgData name="Clint Harwood" userId="868c4513-4632-4226-bd05-c46b0408d97b" providerId="ADAL" clId="{762F0176-970D-4FCC-BF4E-BD049707B071}" dt="2025-12-15T14:06:32.168" v="780" actId="20577"/>
        <pc:sldMkLst>
          <pc:docMk/>
          <pc:sldMk cId="3694680853" sldId="271"/>
        </pc:sldMkLst>
        <pc:spChg chg="mod">
          <ac:chgData name="Clint Harwood" userId="868c4513-4632-4226-bd05-c46b0408d97b" providerId="ADAL" clId="{762F0176-970D-4FCC-BF4E-BD049707B071}" dt="2025-12-15T14:06:24.737" v="769"/>
          <ac:spMkLst>
            <pc:docMk/>
            <pc:sldMk cId="3694680853" sldId="271"/>
            <ac:spMk id="2" creationId="{0221A821-CBF6-CF6D-2F3D-E0280C1BEA60}"/>
          </ac:spMkLst>
        </pc:spChg>
        <pc:spChg chg="mod">
          <ac:chgData name="Clint Harwood" userId="868c4513-4632-4226-bd05-c46b0408d97b" providerId="ADAL" clId="{762F0176-970D-4FCC-BF4E-BD049707B071}" dt="2025-12-15T14:06:32.168" v="780" actId="20577"/>
          <ac:spMkLst>
            <pc:docMk/>
            <pc:sldMk cId="3694680853" sldId="271"/>
            <ac:spMk id="8" creationId="{374193ED-77F5-C943-96DF-2330492D2311}"/>
          </ac:spMkLst>
        </pc:spChg>
      </pc:sldChg>
      <pc:sldChg chg="modSp del mod">
        <pc:chgData name="Clint Harwood" userId="868c4513-4632-4226-bd05-c46b0408d97b" providerId="ADAL" clId="{762F0176-970D-4FCC-BF4E-BD049707B071}" dt="2025-12-15T15:52:28.239" v="868" actId="47"/>
        <pc:sldMkLst>
          <pc:docMk/>
          <pc:sldMk cId="3853927600" sldId="272"/>
        </pc:sldMkLst>
      </pc:sldChg>
      <pc:sldChg chg="modSp mod ord modClrScheme chgLayout">
        <pc:chgData name="Clint Harwood" userId="868c4513-4632-4226-bd05-c46b0408d97b" providerId="ADAL" clId="{762F0176-970D-4FCC-BF4E-BD049707B071}" dt="2025-12-15T17:07:20.291" v="1520" actId="20577"/>
        <pc:sldMkLst>
          <pc:docMk/>
          <pc:sldMk cId="3312992992" sldId="327"/>
        </pc:sldMkLst>
        <pc:spChg chg="mod">
          <ac:chgData name="Clint Harwood" userId="868c4513-4632-4226-bd05-c46b0408d97b" providerId="ADAL" clId="{762F0176-970D-4FCC-BF4E-BD049707B071}" dt="2025-12-15T16:17:08.200" v="1149" actId="26606"/>
          <ac:spMkLst>
            <pc:docMk/>
            <pc:sldMk cId="3312992992" sldId="327"/>
            <ac:spMk id="2" creationId="{57D22765-6901-8393-8E0A-DF6AD3316991}"/>
          </ac:spMkLst>
        </pc:spChg>
        <pc:spChg chg="mod">
          <ac:chgData name="Clint Harwood" userId="868c4513-4632-4226-bd05-c46b0408d97b" providerId="ADAL" clId="{762F0176-970D-4FCC-BF4E-BD049707B071}" dt="2025-12-15T17:07:20.291" v="1520" actId="20577"/>
          <ac:spMkLst>
            <pc:docMk/>
            <pc:sldMk cId="3312992992" sldId="327"/>
            <ac:spMk id="6" creationId="{CA971CA1-97A9-9096-CFB3-11367698402C}"/>
          </ac:spMkLst>
        </pc:spChg>
      </pc:sldChg>
      <pc:sldChg chg="addSp delSp modSp mod">
        <pc:chgData name="Clint Harwood" userId="868c4513-4632-4226-bd05-c46b0408d97b" providerId="ADAL" clId="{762F0176-970D-4FCC-BF4E-BD049707B071}" dt="2025-12-15T16:38:04.295" v="1366" actId="20577"/>
        <pc:sldMkLst>
          <pc:docMk/>
          <pc:sldMk cId="1784651611" sldId="328"/>
        </pc:sldMkLst>
        <pc:spChg chg="mod">
          <ac:chgData name="Clint Harwood" userId="868c4513-4632-4226-bd05-c46b0408d97b" providerId="ADAL" clId="{762F0176-970D-4FCC-BF4E-BD049707B071}" dt="2025-12-09T15:43:45.521" v="497" actId="20577"/>
          <ac:spMkLst>
            <pc:docMk/>
            <pc:sldMk cId="1784651611" sldId="328"/>
            <ac:spMk id="2" creationId="{EE18916E-1062-5491-B2CC-7A961791DE18}"/>
          </ac:spMkLst>
        </pc:spChg>
        <pc:spChg chg="add del mod">
          <ac:chgData name="Clint Harwood" userId="868c4513-4632-4226-bd05-c46b0408d97b" providerId="ADAL" clId="{762F0176-970D-4FCC-BF4E-BD049707B071}" dt="2025-12-15T15:52:49.576" v="873" actId="22"/>
          <ac:spMkLst>
            <pc:docMk/>
            <pc:sldMk cId="1784651611" sldId="328"/>
            <ac:spMk id="4" creationId="{96DADD62-CE33-B95B-BDAE-43D40B4D98DC}"/>
          </ac:spMkLst>
        </pc:spChg>
        <pc:spChg chg="add del">
          <ac:chgData name="Clint Harwood" userId="868c4513-4632-4226-bd05-c46b0408d97b" providerId="ADAL" clId="{762F0176-970D-4FCC-BF4E-BD049707B071}" dt="2025-12-15T15:52:51.839" v="875" actId="22"/>
          <ac:spMkLst>
            <pc:docMk/>
            <pc:sldMk cId="1784651611" sldId="328"/>
            <ac:spMk id="6" creationId="{6EA0AAFB-A2EE-59A0-E43D-19C6D924FFE6}"/>
          </ac:spMkLst>
        </pc:spChg>
        <pc:spChg chg="add mod">
          <ac:chgData name="Clint Harwood" userId="868c4513-4632-4226-bd05-c46b0408d97b" providerId="ADAL" clId="{762F0176-970D-4FCC-BF4E-BD049707B071}" dt="2025-12-15T16:38:04.295" v="1366" actId="20577"/>
          <ac:spMkLst>
            <pc:docMk/>
            <pc:sldMk cId="1784651611" sldId="328"/>
            <ac:spMk id="7" creationId="{F13A0D17-BD29-CAF8-22B4-DFC4621C6D6E}"/>
          </ac:spMkLst>
        </pc:spChg>
        <pc:picChg chg="add mod">
          <ac:chgData name="Clint Harwood" userId="868c4513-4632-4226-bd05-c46b0408d97b" providerId="ADAL" clId="{762F0176-970D-4FCC-BF4E-BD049707B071}" dt="2025-12-15T16:37:24.379" v="1347" actId="1076"/>
          <ac:picMkLst>
            <pc:docMk/>
            <pc:sldMk cId="1784651611" sldId="328"/>
            <ac:picMk id="1025" creationId="{8A0D7F2D-26D1-251A-73DB-49891CDFA049}"/>
          </ac:picMkLst>
        </pc:picChg>
        <pc:picChg chg="add mod">
          <ac:chgData name="Clint Harwood" userId="868c4513-4632-4226-bd05-c46b0408d97b" providerId="ADAL" clId="{762F0176-970D-4FCC-BF4E-BD049707B071}" dt="2025-12-15T16:37:29.864" v="1349" actId="1076"/>
          <ac:picMkLst>
            <pc:docMk/>
            <pc:sldMk cId="1784651611" sldId="328"/>
            <ac:picMk id="1026" creationId="{017109CE-F355-F357-7DC4-1AD7FAA4879E}"/>
          </ac:picMkLst>
        </pc:picChg>
      </pc:sldChg>
      <pc:sldChg chg="delSp modSp del mod">
        <pc:chgData name="Clint Harwood" userId="868c4513-4632-4226-bd05-c46b0408d97b" providerId="ADAL" clId="{762F0176-970D-4FCC-BF4E-BD049707B071}" dt="2025-12-15T17:06:49.588" v="1504" actId="47"/>
        <pc:sldMkLst>
          <pc:docMk/>
          <pc:sldMk cId="2714060357" sldId="329"/>
        </pc:sldMkLst>
        <pc:spChg chg="mod">
          <ac:chgData name="Clint Harwood" userId="868c4513-4632-4226-bd05-c46b0408d97b" providerId="ADAL" clId="{762F0176-970D-4FCC-BF4E-BD049707B071}" dt="2025-12-09T15:58:28.161" v="698" actId="20577"/>
          <ac:spMkLst>
            <pc:docMk/>
            <pc:sldMk cId="2714060357" sldId="329"/>
            <ac:spMk id="2" creationId="{BC48CE8A-1FB1-A972-7374-C1054A92007D}"/>
          </ac:spMkLst>
        </pc:spChg>
        <pc:spChg chg="mod">
          <ac:chgData name="Clint Harwood" userId="868c4513-4632-4226-bd05-c46b0408d97b" providerId="ADAL" clId="{762F0176-970D-4FCC-BF4E-BD049707B071}" dt="2025-12-09T15:58:31.301" v="699" actId="6549"/>
          <ac:spMkLst>
            <pc:docMk/>
            <pc:sldMk cId="2714060357" sldId="329"/>
            <ac:spMk id="11" creationId="{7B59AC47-99EB-1290-394F-BB0864363010}"/>
          </ac:spMkLst>
        </pc:spChg>
      </pc:sldChg>
      <pc:sldChg chg="addSp delSp modSp mod ord modClrScheme chgLayout">
        <pc:chgData name="Clint Harwood" userId="868c4513-4632-4226-bd05-c46b0408d97b" providerId="ADAL" clId="{762F0176-970D-4FCC-BF4E-BD049707B071}" dt="2025-12-15T16:48:29.351" v="1377" actId="1076"/>
        <pc:sldMkLst>
          <pc:docMk/>
          <pc:sldMk cId="1208707497" sldId="332"/>
        </pc:sldMkLst>
        <pc:spChg chg="mod ord">
          <ac:chgData name="Clint Harwood" userId="868c4513-4632-4226-bd05-c46b0408d97b" providerId="ADAL" clId="{762F0176-970D-4FCC-BF4E-BD049707B071}" dt="2025-12-15T16:48:19.291" v="1373" actId="27636"/>
          <ac:spMkLst>
            <pc:docMk/>
            <pc:sldMk cId="1208707497" sldId="332"/>
            <ac:spMk id="4" creationId="{08419760-5F72-D307-6C56-82D9748FD95A}"/>
          </ac:spMkLst>
        </pc:spChg>
        <pc:spChg chg="mod ord">
          <ac:chgData name="Clint Harwood" userId="868c4513-4632-4226-bd05-c46b0408d97b" providerId="ADAL" clId="{762F0176-970D-4FCC-BF4E-BD049707B071}" dt="2025-12-15T16:48:25.553" v="1375" actId="14100"/>
          <ac:spMkLst>
            <pc:docMk/>
            <pc:sldMk cId="1208707497" sldId="332"/>
            <ac:spMk id="5" creationId="{F0DCEA85-E2DA-C58E-CBF4-39DAC4C80CB5}"/>
          </ac:spMkLst>
        </pc:spChg>
        <pc:picChg chg="add mod">
          <ac:chgData name="Clint Harwood" userId="868c4513-4632-4226-bd05-c46b0408d97b" providerId="ADAL" clId="{762F0176-970D-4FCC-BF4E-BD049707B071}" dt="2025-12-15T16:48:29.351" v="1377" actId="1076"/>
          <ac:picMkLst>
            <pc:docMk/>
            <pc:sldMk cId="1208707497" sldId="332"/>
            <ac:picMk id="3073" creationId="{72AF03E7-ED5B-C16E-CB0B-F2B53C93F974}"/>
          </ac:picMkLst>
        </pc:picChg>
      </pc:sldChg>
      <pc:sldChg chg="modSp del mod">
        <pc:chgData name="Clint Harwood" userId="868c4513-4632-4226-bd05-c46b0408d97b" providerId="ADAL" clId="{762F0176-970D-4FCC-BF4E-BD049707B071}" dt="2025-12-15T15:52:29.478" v="869" actId="47"/>
        <pc:sldMkLst>
          <pc:docMk/>
          <pc:sldMk cId="1842494628" sldId="333"/>
        </pc:sldMkLst>
      </pc:sldChg>
      <pc:sldChg chg="del">
        <pc:chgData name="Clint Harwood" userId="868c4513-4632-4226-bd05-c46b0408d97b" providerId="ADAL" clId="{762F0176-970D-4FCC-BF4E-BD049707B071}" dt="2025-12-09T15:59:08.215" v="728" actId="47"/>
        <pc:sldMkLst>
          <pc:docMk/>
          <pc:sldMk cId="3297820764" sldId="334"/>
        </pc:sldMkLst>
      </pc:sldChg>
      <pc:sldChg chg="modSp del mod">
        <pc:chgData name="Clint Harwood" userId="868c4513-4632-4226-bd05-c46b0408d97b" providerId="ADAL" clId="{762F0176-970D-4FCC-BF4E-BD049707B071}" dt="2025-12-15T14:10:59.377" v="855" actId="47"/>
        <pc:sldMkLst>
          <pc:docMk/>
          <pc:sldMk cId="3538415155" sldId="350"/>
        </pc:sldMkLst>
      </pc:sldChg>
      <pc:sldChg chg="modSp del mod">
        <pc:chgData name="Clint Harwood" userId="868c4513-4632-4226-bd05-c46b0408d97b" providerId="ADAL" clId="{762F0176-970D-4FCC-BF4E-BD049707B071}" dt="2025-12-15T17:06:48.716" v="1503" actId="47"/>
        <pc:sldMkLst>
          <pc:docMk/>
          <pc:sldMk cId="296675152" sldId="351"/>
        </pc:sldMkLst>
        <pc:spChg chg="mod">
          <ac:chgData name="Clint Harwood" userId="868c4513-4632-4226-bd05-c46b0408d97b" providerId="ADAL" clId="{762F0176-970D-4FCC-BF4E-BD049707B071}" dt="2025-12-09T15:58:17.948" v="683" actId="20577"/>
          <ac:spMkLst>
            <pc:docMk/>
            <pc:sldMk cId="296675152" sldId="351"/>
            <ac:spMk id="2" creationId="{BA09AF9C-26BB-E4A7-E659-B801931169F3}"/>
          </ac:spMkLst>
        </pc:spChg>
      </pc:sldChg>
      <pc:sldChg chg="delSp del mod">
        <pc:chgData name="Clint Harwood" userId="868c4513-4632-4226-bd05-c46b0408d97b" providerId="ADAL" clId="{762F0176-970D-4FCC-BF4E-BD049707B071}" dt="2025-12-09T15:43:02.248" v="406" actId="47"/>
        <pc:sldMkLst>
          <pc:docMk/>
          <pc:sldMk cId="3520097767" sldId="352"/>
        </pc:sldMkLst>
      </pc:sldChg>
      <pc:sldChg chg="del">
        <pc:chgData name="Clint Harwood" userId="868c4513-4632-4226-bd05-c46b0408d97b" providerId="ADAL" clId="{762F0176-970D-4FCC-BF4E-BD049707B071}" dt="2025-12-09T15:59:07.045" v="727" actId="47"/>
        <pc:sldMkLst>
          <pc:docMk/>
          <pc:sldMk cId="2448490926" sldId="354"/>
        </pc:sldMkLst>
      </pc:sldChg>
      <pc:sldChg chg="addSp delSp modSp mod modClrScheme chgLayout">
        <pc:chgData name="Clint Harwood" userId="868c4513-4632-4226-bd05-c46b0408d97b" providerId="ADAL" clId="{762F0176-970D-4FCC-BF4E-BD049707B071}" dt="2025-12-15T17:03:39.198" v="1502" actId="14100"/>
        <pc:sldMkLst>
          <pc:docMk/>
          <pc:sldMk cId="2467655009" sldId="355"/>
        </pc:sldMkLst>
        <pc:spChg chg="mod ord">
          <ac:chgData name="Clint Harwood" userId="868c4513-4632-4226-bd05-c46b0408d97b" providerId="ADAL" clId="{762F0176-970D-4FCC-BF4E-BD049707B071}" dt="2025-12-15T17:03:39.198" v="1502" actId="14100"/>
          <ac:spMkLst>
            <pc:docMk/>
            <pc:sldMk cId="2467655009" sldId="355"/>
            <ac:spMk id="2" creationId="{4D8E2F04-4110-E838-9D2D-69CB6AF3C8F4}"/>
          </ac:spMkLst>
        </pc:spChg>
        <pc:spChg chg="add mod">
          <ac:chgData name="Clint Harwood" userId="868c4513-4632-4226-bd05-c46b0408d97b" providerId="ADAL" clId="{762F0176-970D-4FCC-BF4E-BD049707B071}" dt="2025-12-15T16:36:42.626" v="1339" actId="6549"/>
          <ac:spMkLst>
            <pc:docMk/>
            <pc:sldMk cId="2467655009" sldId="355"/>
            <ac:spMk id="3" creationId="{BC4DBDCF-99CB-4CFC-1940-56D78877D738}"/>
          </ac:spMkLst>
        </pc:spChg>
      </pc:sldChg>
      <pc:sldChg chg="addSp delSp modSp new mod ord modClrScheme chgLayout">
        <pc:chgData name="Clint Harwood" userId="868c4513-4632-4226-bd05-c46b0408d97b" providerId="ADAL" clId="{762F0176-970D-4FCC-BF4E-BD049707B071}" dt="2025-12-15T14:11:06.500" v="861"/>
        <pc:sldMkLst>
          <pc:docMk/>
          <pc:sldMk cId="3164390152" sldId="356"/>
        </pc:sldMkLst>
        <pc:spChg chg="del mod ord">
          <ac:chgData name="Clint Harwood" userId="868c4513-4632-4226-bd05-c46b0408d97b" providerId="ADAL" clId="{762F0176-970D-4FCC-BF4E-BD049707B071}" dt="2025-12-15T14:07:35.733" v="784" actId="700"/>
          <ac:spMkLst>
            <pc:docMk/>
            <pc:sldMk cId="3164390152" sldId="356"/>
            <ac:spMk id="2" creationId="{1BE78E48-A434-3DA6-F8FB-F98672EFE95F}"/>
          </ac:spMkLst>
        </pc:spChg>
        <pc:spChg chg="del mod ord">
          <ac:chgData name="Clint Harwood" userId="868c4513-4632-4226-bd05-c46b0408d97b" providerId="ADAL" clId="{762F0176-970D-4FCC-BF4E-BD049707B071}" dt="2025-12-15T14:07:35.733" v="784" actId="700"/>
          <ac:spMkLst>
            <pc:docMk/>
            <pc:sldMk cId="3164390152" sldId="356"/>
            <ac:spMk id="3" creationId="{ECD43F8F-D10E-C001-11DA-02BCB191320E}"/>
          </ac:spMkLst>
        </pc:spChg>
        <pc:spChg chg="add del mod ord">
          <ac:chgData name="Clint Harwood" userId="868c4513-4632-4226-bd05-c46b0408d97b" providerId="ADAL" clId="{762F0176-970D-4FCC-BF4E-BD049707B071}" dt="2025-12-15T14:07:42.120" v="785" actId="700"/>
          <ac:spMkLst>
            <pc:docMk/>
            <pc:sldMk cId="3164390152" sldId="356"/>
            <ac:spMk id="4" creationId="{49BD552B-5B5D-7EF4-B87D-2EE45CD2CB21}"/>
          </ac:spMkLst>
        </pc:spChg>
        <pc:spChg chg="add del mod ord">
          <ac:chgData name="Clint Harwood" userId="868c4513-4632-4226-bd05-c46b0408d97b" providerId="ADAL" clId="{762F0176-970D-4FCC-BF4E-BD049707B071}" dt="2025-12-15T14:07:42.120" v="785" actId="700"/>
          <ac:spMkLst>
            <pc:docMk/>
            <pc:sldMk cId="3164390152" sldId="356"/>
            <ac:spMk id="5" creationId="{00ACF946-BC30-8A52-4E9A-E3A00C4E8809}"/>
          </ac:spMkLst>
        </pc:spChg>
        <pc:spChg chg="add mod">
          <ac:chgData name="Clint Harwood" userId="868c4513-4632-4226-bd05-c46b0408d97b" providerId="ADAL" clId="{762F0176-970D-4FCC-BF4E-BD049707B071}" dt="2025-12-15T14:08:16.839" v="808" actId="20577"/>
          <ac:spMkLst>
            <pc:docMk/>
            <pc:sldMk cId="3164390152" sldId="356"/>
            <ac:spMk id="6" creationId="{9C764FD2-A24A-4FC5-7384-A1AA187589A8}"/>
          </ac:spMkLst>
        </pc:spChg>
      </pc:sldChg>
      <pc:sldChg chg="modSp add mod ord">
        <pc:chgData name="Clint Harwood" userId="868c4513-4632-4226-bd05-c46b0408d97b" providerId="ADAL" clId="{762F0176-970D-4FCC-BF4E-BD049707B071}" dt="2025-12-15T14:11:39.892" v="865"/>
        <pc:sldMkLst>
          <pc:docMk/>
          <pc:sldMk cId="4034575805" sldId="357"/>
        </pc:sldMkLst>
        <pc:spChg chg="mod">
          <ac:chgData name="Clint Harwood" userId="868c4513-4632-4226-bd05-c46b0408d97b" providerId="ADAL" clId="{762F0176-970D-4FCC-BF4E-BD049707B071}" dt="2025-12-15T14:10:08.543" v="833" actId="20577"/>
          <ac:spMkLst>
            <pc:docMk/>
            <pc:sldMk cId="4034575805" sldId="357"/>
            <ac:spMk id="6" creationId="{42327B00-5D80-A88B-4D5E-4CBBE4709626}"/>
          </ac:spMkLst>
        </pc:spChg>
      </pc:sldChg>
      <pc:sldChg chg="modSp add mod ord">
        <pc:chgData name="Clint Harwood" userId="868c4513-4632-4226-bd05-c46b0408d97b" providerId="ADAL" clId="{762F0176-970D-4FCC-BF4E-BD049707B071}" dt="2025-12-15T14:10:54.354" v="854"/>
        <pc:sldMkLst>
          <pc:docMk/>
          <pc:sldMk cId="2749296791" sldId="358"/>
        </pc:sldMkLst>
        <pc:spChg chg="mod">
          <ac:chgData name="Clint Harwood" userId="868c4513-4632-4226-bd05-c46b0408d97b" providerId="ADAL" clId="{762F0176-970D-4FCC-BF4E-BD049707B071}" dt="2025-12-15T14:10:37.823" v="850" actId="20577"/>
          <ac:spMkLst>
            <pc:docMk/>
            <pc:sldMk cId="2749296791" sldId="358"/>
            <ac:spMk id="6" creationId="{2F6913A4-7DB6-DEA0-A6DF-47AB1F09B16B}"/>
          </ac:spMkLst>
        </pc:spChg>
      </pc:sldChg>
      <pc:sldChg chg="modSp add mod">
        <pc:chgData name="Clint Harwood" userId="868c4513-4632-4226-bd05-c46b0408d97b" providerId="ADAL" clId="{762F0176-970D-4FCC-BF4E-BD049707B071}" dt="2025-12-15T16:49:33.391" v="1438" actId="20577"/>
        <pc:sldMkLst>
          <pc:docMk/>
          <pc:sldMk cId="3171997013" sldId="359"/>
        </pc:sldMkLst>
        <pc:spChg chg="mod">
          <ac:chgData name="Clint Harwood" userId="868c4513-4632-4226-bd05-c46b0408d97b" providerId="ADAL" clId="{762F0176-970D-4FCC-BF4E-BD049707B071}" dt="2025-12-15T16:49:33.391" v="1438" actId="20577"/>
          <ac:spMkLst>
            <pc:docMk/>
            <pc:sldMk cId="3171997013" sldId="359"/>
            <ac:spMk id="4" creationId="{348C6007-DC9D-D49D-48DF-E5282906D689}"/>
          </ac:spMkLst>
        </pc:spChg>
        <pc:spChg chg="mod">
          <ac:chgData name="Clint Harwood" userId="868c4513-4632-4226-bd05-c46b0408d97b" providerId="ADAL" clId="{762F0176-970D-4FCC-BF4E-BD049707B071}" dt="2025-12-15T16:49:11.592" v="1414" actId="20577"/>
          <ac:spMkLst>
            <pc:docMk/>
            <pc:sldMk cId="3171997013" sldId="359"/>
            <ac:spMk id="5" creationId="{34847C86-449F-67D9-F84A-E50674E28D83}"/>
          </ac:spMkLst>
        </pc:spChg>
      </pc:sldChg>
      <pc:sldChg chg="addSp modSp add mod ord">
        <pc:chgData name="Clint Harwood" userId="868c4513-4632-4226-bd05-c46b0408d97b" providerId="ADAL" clId="{762F0176-970D-4FCC-BF4E-BD049707B071}" dt="2025-12-15T17:07:03.132" v="1506" actId="1076"/>
        <pc:sldMkLst>
          <pc:docMk/>
          <pc:sldMk cId="783913395" sldId="360"/>
        </pc:sldMkLst>
        <pc:spChg chg="mod">
          <ac:chgData name="Clint Harwood" userId="868c4513-4632-4226-bd05-c46b0408d97b" providerId="ADAL" clId="{762F0176-970D-4FCC-BF4E-BD049707B071}" dt="2025-12-15T16:18:25.629" v="1200" actId="20577"/>
          <ac:spMkLst>
            <pc:docMk/>
            <pc:sldMk cId="783913395" sldId="360"/>
            <ac:spMk id="2" creationId="{C1DDE408-2E3E-4193-3F88-C4D7DDBAFDD0}"/>
          </ac:spMkLst>
        </pc:spChg>
        <pc:spChg chg="mod">
          <ac:chgData name="Clint Harwood" userId="868c4513-4632-4226-bd05-c46b0408d97b" providerId="ADAL" clId="{762F0176-970D-4FCC-BF4E-BD049707B071}" dt="2025-12-15T17:07:03.132" v="1506" actId="1076"/>
          <ac:spMkLst>
            <pc:docMk/>
            <pc:sldMk cId="783913395" sldId="360"/>
            <ac:spMk id="3" creationId="{ED1DF29F-47EA-4824-D64E-DE0F410DBC2F}"/>
          </ac:spMkLst>
        </pc:spChg>
        <pc:picChg chg="add mod">
          <ac:chgData name="Clint Harwood" userId="868c4513-4632-4226-bd05-c46b0408d97b" providerId="ADAL" clId="{762F0176-970D-4FCC-BF4E-BD049707B071}" dt="2025-12-15T16:46:16.468" v="1369" actId="1076"/>
          <ac:picMkLst>
            <pc:docMk/>
            <pc:sldMk cId="783913395" sldId="360"/>
            <ac:picMk id="2049" creationId="{2D39F157-2078-DF8E-18C3-FD398211E485}"/>
          </ac:picMkLst>
        </pc:picChg>
      </pc:sldChg>
      <pc:sldMasterChg chg="delSldLayout">
        <pc:chgData name="Clint Harwood" userId="868c4513-4632-4226-bd05-c46b0408d97b" providerId="ADAL" clId="{762F0176-970D-4FCC-BF4E-BD049707B071}" dt="2025-12-15T17:06:48.716" v="1503" actId="47"/>
        <pc:sldMasterMkLst>
          <pc:docMk/>
          <pc:sldMasterMk cId="2460954070" sldId="2147483660"/>
        </pc:sldMasterMkLst>
        <pc:sldLayoutChg chg="del">
          <pc:chgData name="Clint Harwood" userId="868c4513-4632-4226-bd05-c46b0408d97b" providerId="ADAL" clId="{762F0176-970D-4FCC-BF4E-BD049707B071}" dt="2025-12-15T15:52:28.239" v="868" actId="47"/>
          <pc:sldLayoutMkLst>
            <pc:docMk/>
            <pc:sldMasterMk cId="2460954070" sldId="2147483660"/>
            <pc:sldLayoutMk cId="2494088091" sldId="2147483673"/>
          </pc:sldLayoutMkLst>
        </pc:sldLayoutChg>
        <pc:sldLayoutChg chg="del">
          <pc:chgData name="Clint Harwood" userId="868c4513-4632-4226-bd05-c46b0408d97b" providerId="ADAL" clId="{762F0176-970D-4FCC-BF4E-BD049707B071}" dt="2025-12-15T17:06:48.716" v="1503" actId="47"/>
          <pc:sldLayoutMkLst>
            <pc:docMk/>
            <pc:sldMasterMk cId="2460954070" sldId="2147483660"/>
            <pc:sldLayoutMk cId="3904805798" sldId="214748367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6C697-DBFB-4803-B6A4-B61E7CE87E4C}" type="datetimeFigureOut"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AF1AA-699A-460A-BCD0-5EB69B73B2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25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1" name="Google Shape;13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tile Slide">
  <p:cSld name="1_Ttile Slide">
    <p:bg>
      <p:bgPr>
        <a:solidFill>
          <a:srgbClr val="93C84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97" descr="A person in glasses looking at a comput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499" y="311824"/>
            <a:ext cx="1406177" cy="6330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97"/>
          <p:cNvGrpSpPr/>
          <p:nvPr/>
        </p:nvGrpSpPr>
        <p:grpSpPr>
          <a:xfrm rot="10800000">
            <a:off x="11722654" y="0"/>
            <a:ext cx="469343" cy="6858000"/>
            <a:chOff x="-50800" y="-51010"/>
            <a:chExt cx="349251" cy="5194510"/>
          </a:xfrm>
        </p:grpSpPr>
        <p:pic>
          <p:nvPicPr>
            <p:cNvPr id="15" name="Google Shape;15;p97"/>
            <p:cNvPicPr preferRelativeResize="0"/>
            <p:nvPr/>
          </p:nvPicPr>
          <p:blipFill rotWithShape="1">
            <a:blip r:embed="rId4">
              <a:alphaModFix/>
            </a:blip>
            <a:srcRect t="24459" r="74787"/>
            <a:stretch/>
          </p:blipFill>
          <p:spPr>
            <a:xfrm>
              <a:off x="-50800" y="-51010"/>
              <a:ext cx="349245" cy="1044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97"/>
            <p:cNvPicPr preferRelativeResize="0"/>
            <p:nvPr/>
          </p:nvPicPr>
          <p:blipFill rotWithShape="1">
            <a:blip r:embed="rId4">
              <a:alphaModFix/>
            </a:blip>
            <a:srcRect r="74787"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97"/>
            <p:cNvPicPr preferRelativeResize="0"/>
            <p:nvPr/>
          </p:nvPicPr>
          <p:blipFill rotWithShape="1">
            <a:blip r:embed="rId4">
              <a:alphaModFix/>
            </a:blip>
            <a:srcRect r="74787"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97"/>
            <p:cNvPicPr preferRelativeResize="0"/>
            <p:nvPr/>
          </p:nvPicPr>
          <p:blipFill rotWithShape="1">
            <a:blip r:embed="rId4">
              <a:alphaModFix/>
            </a:blip>
            <a:srcRect r="74787"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97"/>
          <p:cNvSpPr txBox="1">
            <a:spLocks noGrp="1"/>
          </p:cNvSpPr>
          <p:nvPr>
            <p:ph type="title"/>
          </p:nvPr>
        </p:nvSpPr>
        <p:spPr>
          <a:xfrm>
            <a:off x="499474" y="1384577"/>
            <a:ext cx="570320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oppins"/>
              <a:buNone/>
              <a:defRPr sz="44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97"/>
          <p:cNvSpPr txBox="1">
            <a:spLocks noGrp="1"/>
          </p:cNvSpPr>
          <p:nvPr>
            <p:ph type="body" idx="1"/>
          </p:nvPr>
        </p:nvSpPr>
        <p:spPr>
          <a:xfrm>
            <a:off x="500063" y="4420235"/>
            <a:ext cx="57023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422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s">
  <p:cSld name="1_Introductions">
    <p:bg>
      <p:bgPr>
        <a:solidFill>
          <a:srgbClr val="EEEFF4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98" descr="A person writing on a pap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" name="Google Shape;36;p98"/>
          <p:cNvGrpSpPr/>
          <p:nvPr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37" name="Google Shape;37;p98"/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59" r="74787"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38;p98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4787"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98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4787"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98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4787"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" name="Google Shape;41;p98" descr="A white circle with colorful lines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3146" y="1234150"/>
            <a:ext cx="2294291" cy="229429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8"/>
          <p:cNvSpPr txBox="1">
            <a:spLocks noGrp="1"/>
          </p:cNvSpPr>
          <p:nvPr>
            <p:ph type="title"/>
          </p:nvPr>
        </p:nvSpPr>
        <p:spPr>
          <a:xfrm>
            <a:off x="1412627" y="697764"/>
            <a:ext cx="4859219" cy="46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98"/>
          <p:cNvSpPr>
            <a:spLocks noGrp="1"/>
          </p:cNvSpPr>
          <p:nvPr>
            <p:ph type="pic" idx="2"/>
          </p:nvPr>
        </p:nvSpPr>
        <p:spPr>
          <a:xfrm>
            <a:off x="1885985" y="1785736"/>
            <a:ext cx="982113" cy="988014"/>
          </a:xfrm>
          <a:prstGeom prst="ellipse">
            <a:avLst/>
          </a:prstGeom>
          <a:noFill/>
          <a:ln>
            <a:noFill/>
          </a:ln>
        </p:spPr>
      </p:sp>
      <p:sp>
        <p:nvSpPr>
          <p:cNvPr id="44" name="Google Shape;44;p98"/>
          <p:cNvSpPr txBox="1">
            <a:spLocks noGrp="1"/>
          </p:cNvSpPr>
          <p:nvPr>
            <p:ph type="body" idx="1"/>
          </p:nvPr>
        </p:nvSpPr>
        <p:spPr>
          <a:xfrm>
            <a:off x="1542952" y="3182381"/>
            <a:ext cx="2009725" cy="4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" name="Google Shape;45;p98" descr="A white circle with colorful lines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5123" y="1242028"/>
            <a:ext cx="2294291" cy="229429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8"/>
          <p:cNvSpPr>
            <a:spLocks noGrp="1"/>
          </p:cNvSpPr>
          <p:nvPr>
            <p:ph type="pic" idx="3"/>
          </p:nvPr>
        </p:nvSpPr>
        <p:spPr>
          <a:xfrm>
            <a:off x="4807962" y="1793614"/>
            <a:ext cx="982113" cy="98801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7" name="Google Shape;47;p98" descr="A white circle with colorful lines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59563" y="3920858"/>
            <a:ext cx="2294291" cy="229429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8"/>
          <p:cNvSpPr>
            <a:spLocks noGrp="1"/>
          </p:cNvSpPr>
          <p:nvPr>
            <p:ph type="pic" idx="4"/>
          </p:nvPr>
        </p:nvSpPr>
        <p:spPr>
          <a:xfrm>
            <a:off x="1902402" y="4472444"/>
            <a:ext cx="982113" cy="98801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9" name="Google Shape;49;p98" descr="A white circle with colorful lines&#10;&#10;Description automatically generated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2026" y="3904617"/>
            <a:ext cx="2294291" cy="229429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8"/>
          <p:cNvSpPr>
            <a:spLocks noGrp="1"/>
          </p:cNvSpPr>
          <p:nvPr>
            <p:ph type="pic" idx="5"/>
          </p:nvPr>
        </p:nvSpPr>
        <p:spPr>
          <a:xfrm>
            <a:off x="4804865" y="4456203"/>
            <a:ext cx="982113" cy="988014"/>
          </a:xfrm>
          <a:prstGeom prst="ellipse">
            <a:avLst/>
          </a:prstGeom>
          <a:noFill/>
          <a:ln>
            <a:noFill/>
          </a:ln>
        </p:spPr>
      </p:sp>
      <p:sp>
        <p:nvSpPr>
          <p:cNvPr id="51" name="Google Shape;51;p98"/>
          <p:cNvSpPr txBox="1">
            <a:spLocks noGrp="1"/>
          </p:cNvSpPr>
          <p:nvPr>
            <p:ph type="body" idx="6"/>
          </p:nvPr>
        </p:nvSpPr>
        <p:spPr>
          <a:xfrm>
            <a:off x="4433135" y="3208470"/>
            <a:ext cx="2009725" cy="4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98"/>
          <p:cNvSpPr txBox="1">
            <a:spLocks noGrp="1"/>
          </p:cNvSpPr>
          <p:nvPr>
            <p:ph type="body" idx="7"/>
          </p:nvPr>
        </p:nvSpPr>
        <p:spPr>
          <a:xfrm>
            <a:off x="4428099" y="5826282"/>
            <a:ext cx="2009725" cy="4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8"/>
          <p:cNvSpPr txBox="1">
            <a:spLocks noGrp="1"/>
          </p:cNvSpPr>
          <p:nvPr>
            <p:ph type="body" idx="8"/>
          </p:nvPr>
        </p:nvSpPr>
        <p:spPr>
          <a:xfrm>
            <a:off x="1546264" y="5826282"/>
            <a:ext cx="2009725" cy="4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8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5" name="Google Shape;55;p98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98"/>
          <p:cNvPicPr preferRelativeResize="0"/>
          <p:nvPr/>
        </p:nvPicPr>
        <p:blipFill rotWithShape="1">
          <a:blip r:embed="rId6" cstate="email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155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6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Full Width Column">
  <p:cSld name="3_Full Width Column">
    <p:bg>
      <p:bgPr>
        <a:solidFill>
          <a:srgbClr val="EEEFF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2"/>
          <p:cNvSpPr txBox="1">
            <a:spLocks noGrp="1"/>
          </p:cNvSpPr>
          <p:nvPr>
            <p:ph type="title"/>
          </p:nvPr>
        </p:nvSpPr>
        <p:spPr>
          <a:xfrm>
            <a:off x="1412627" y="697765"/>
            <a:ext cx="9220204" cy="47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9" name="Google Shape;59;p32"/>
          <p:cNvPicPr preferRelativeResize="0"/>
          <p:nvPr/>
        </p:nvPicPr>
        <p:blipFill rotWithShape="1">
          <a:blip r:embed="rId2">
            <a:alphaModFix amt="13000"/>
          </a:blip>
          <a:srcRect t="118" b="107"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1412875" y="1612215"/>
            <a:ext cx="9219956" cy="454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32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63" name="Google Shape;63;p32"/>
          <p:cNvGrpSpPr/>
          <p:nvPr/>
        </p:nvGrpSpPr>
        <p:grpSpPr>
          <a:xfrm>
            <a:off x="238" y="-6653"/>
            <a:ext cx="502682" cy="6864018"/>
            <a:chOff x="2" y="-23948"/>
            <a:chExt cx="347435" cy="5167499"/>
          </a:xfrm>
        </p:grpSpPr>
        <p:pic>
          <p:nvPicPr>
            <p:cNvPr id="64" name="Google Shape;64;p32"/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3287" r="33287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2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7374" r="37375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2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7374" r="37375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32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7374" r="37375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0008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ision">
  <p:cSld name="Our Vis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1dbcd06f8_4_0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Clr>
                <a:srgbClr val="000000"/>
              </a:buClr>
              <a:buSzPts val="1000"/>
              <a:buFont typeface="Arial"/>
              <a:buNone/>
              <a:defRPr/>
            </a:lvl1pPr>
            <a:lvl2pPr lvl="1">
              <a:buClr>
                <a:srgbClr val="000000"/>
              </a:buClr>
              <a:buSzPts val="1000"/>
              <a:buFont typeface="Arial"/>
              <a:buNone/>
              <a:defRPr/>
            </a:lvl2pPr>
            <a:lvl3pPr lvl="2">
              <a:buClr>
                <a:srgbClr val="000000"/>
              </a:buClr>
              <a:buSzPts val="1000"/>
              <a:buFont typeface="Arial"/>
              <a:buNone/>
              <a:defRPr/>
            </a:lvl3pPr>
            <a:lvl4pPr lvl="3">
              <a:buClr>
                <a:srgbClr val="000000"/>
              </a:buClr>
              <a:buSzPts val="1000"/>
              <a:buFont typeface="Arial"/>
              <a:buNone/>
              <a:defRPr/>
            </a:lvl4pPr>
            <a:lvl5pPr lvl="4">
              <a:buClr>
                <a:srgbClr val="000000"/>
              </a:buClr>
              <a:buSzPts val="1000"/>
              <a:buFont typeface="Arial"/>
              <a:buNone/>
              <a:defRPr/>
            </a:lvl5pPr>
            <a:lvl6pPr lvl="5">
              <a:buClr>
                <a:srgbClr val="000000"/>
              </a:buClr>
              <a:buSzPts val="1000"/>
              <a:buFont typeface="Arial"/>
              <a:buNone/>
              <a:defRPr/>
            </a:lvl6pPr>
            <a:lvl7pPr lvl="6">
              <a:buClr>
                <a:srgbClr val="000000"/>
              </a:buClr>
              <a:buSzPts val="1000"/>
              <a:buFont typeface="Arial"/>
              <a:buNone/>
              <a:defRPr/>
            </a:lvl7pPr>
            <a:lvl8pPr lvl="7">
              <a:buClr>
                <a:srgbClr val="000000"/>
              </a:buClr>
              <a:buSzPts val="1000"/>
              <a:buFont typeface="Arial"/>
              <a:buNone/>
              <a:defRPr/>
            </a:lvl8pPr>
            <a:lvl9pPr lvl="8"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51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Full Width Column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9220204" cy="479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 for two column slide to go here.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0B8C637-327F-4712-4C7F-E8196D08A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75" y="1612215"/>
            <a:ext cx="9219956" cy="4548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oogle Shape;85;p15">
            <a:extLst>
              <a:ext uri="{FF2B5EF4-FFF2-40B4-BE49-F238E27FC236}">
                <a16:creationId xmlns:a16="http://schemas.microsoft.com/office/drawing/2014/main" id="{1BB08D1F-0AFA-43E0-C7A2-C3602E7C6B58}"/>
              </a:ext>
            </a:extLst>
          </p:cNvPr>
          <p:cNvGrpSpPr/>
          <p:nvPr userDrawn="1"/>
        </p:nvGrpSpPr>
        <p:grpSpPr>
          <a:xfrm rot="10800000">
            <a:off x="-974" y="-5284"/>
            <a:ext cx="538184" cy="6863284"/>
            <a:chOff x="-50800" y="-51010"/>
            <a:chExt cx="349251" cy="5194510"/>
          </a:xfrm>
        </p:grpSpPr>
        <p:pic>
          <p:nvPicPr>
            <p:cNvPr id="4" name="Google Shape;86;p15">
              <a:extLst>
                <a:ext uri="{FF2B5EF4-FFF2-40B4-BE49-F238E27FC236}">
                  <a16:creationId xmlns:a16="http://schemas.microsoft.com/office/drawing/2014/main" id="{74BEA18B-C8E9-A3E5-87CD-426DF744C30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24459" r="74787"/>
            <a:stretch/>
          </p:blipFill>
          <p:spPr>
            <a:xfrm>
              <a:off x="-50800" y="-51010"/>
              <a:ext cx="349245" cy="1044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87;p15">
              <a:extLst>
                <a:ext uri="{FF2B5EF4-FFF2-40B4-BE49-F238E27FC236}">
                  <a16:creationId xmlns:a16="http://schemas.microsoft.com/office/drawing/2014/main" id="{F406DE36-81B4-9DF9-5530-3B85550AD29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r="74787"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88;p15">
              <a:extLst>
                <a:ext uri="{FF2B5EF4-FFF2-40B4-BE49-F238E27FC236}">
                  <a16:creationId xmlns:a16="http://schemas.microsoft.com/office/drawing/2014/main" id="{213379B5-55B0-5A7A-FBB8-F2ACA6285B3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r="74787"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89;p15">
              <a:extLst>
                <a:ext uri="{FF2B5EF4-FFF2-40B4-BE49-F238E27FC236}">
                  <a16:creationId xmlns:a16="http://schemas.microsoft.com/office/drawing/2014/main" id="{A976CDA4-8D63-C5A6-0139-0C386DD4653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r="74787"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Google Shape;115;p29">
            <a:extLst>
              <a:ext uri="{FF2B5EF4-FFF2-40B4-BE49-F238E27FC236}">
                <a16:creationId xmlns:a16="http://schemas.microsoft.com/office/drawing/2014/main" id="{0A1D7DDA-DF2B-55AD-00A4-04E299AC751C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13000"/>
          </a:blip>
          <a:srcRect t="118" b="107"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6;p29">
            <a:extLst>
              <a:ext uri="{FF2B5EF4-FFF2-40B4-BE49-F238E27FC236}">
                <a16:creationId xmlns:a16="http://schemas.microsoft.com/office/drawing/2014/main" id="{E8A4E704-E3B0-83A1-D92F-9A22F7D38F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117;p29">
            <a:extLst>
              <a:ext uri="{FF2B5EF4-FFF2-40B4-BE49-F238E27FC236}">
                <a16:creationId xmlns:a16="http://schemas.microsoft.com/office/drawing/2014/main" id="{54A81CCB-F957-8332-3FA1-58C87806E80C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2712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 Point Style">
  <p:cSld name="Bullet Point Style">
    <p:bg>
      <p:bgPr>
        <a:solidFill>
          <a:srgbClr val="EEEFF4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0" descr="A person smiling at camera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051"/>
          <a:stretch/>
        </p:blipFill>
        <p:spPr>
          <a:xfrm>
            <a:off x="5248894" y="0"/>
            <a:ext cx="6943106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40"/>
          <p:cNvGrpSpPr/>
          <p:nvPr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82" name="Google Shape;82;p40"/>
            <p:cNvPicPr preferRelativeResize="0"/>
            <p:nvPr/>
          </p:nvPicPr>
          <p:blipFill rotWithShape="1">
            <a:blip r:embed="rId3">
              <a:alphaModFix/>
            </a:blip>
            <a:srcRect t="24459" r="74787"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40"/>
            <p:cNvPicPr preferRelativeResize="0"/>
            <p:nvPr/>
          </p:nvPicPr>
          <p:blipFill rotWithShape="1">
            <a:blip r:embed="rId3">
              <a:alphaModFix/>
            </a:blip>
            <a:srcRect r="74787"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40"/>
            <p:cNvPicPr preferRelativeResize="0"/>
            <p:nvPr/>
          </p:nvPicPr>
          <p:blipFill rotWithShape="1">
            <a:blip r:embed="rId3">
              <a:alphaModFix/>
            </a:blip>
            <a:srcRect r="74787"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40"/>
            <p:cNvPicPr preferRelativeResize="0"/>
            <p:nvPr/>
          </p:nvPicPr>
          <p:blipFill rotWithShape="1">
            <a:blip r:embed="rId3">
              <a:alphaModFix/>
            </a:blip>
            <a:srcRect r="74787"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40"/>
          <p:cNvSpPr txBox="1">
            <a:spLocks noGrp="1"/>
          </p:cNvSpPr>
          <p:nvPr>
            <p:ph type="body" idx="1"/>
          </p:nvPr>
        </p:nvSpPr>
        <p:spPr>
          <a:xfrm>
            <a:off x="1424598" y="1616321"/>
            <a:ext cx="5593422" cy="397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0A44B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0A44B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048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0A44B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title"/>
          </p:nvPr>
        </p:nvSpPr>
        <p:spPr>
          <a:xfrm>
            <a:off x="1412627" y="697765"/>
            <a:ext cx="5605393" cy="50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8" name="Google Shape;88;p40"/>
          <p:cNvPicPr preferRelativeResize="0"/>
          <p:nvPr/>
        </p:nvPicPr>
        <p:blipFill rotWithShape="1">
          <a:blip r:embed="rId4">
            <a:alphaModFix amt="64000"/>
          </a:blip>
          <a:srcRect/>
          <a:stretch/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0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40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50665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  <p15:guide id="2" pos="96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756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7B9212-6C5A-B4B7-39AA-AD4BFAFE4CB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oogle Shape;144;p33">
            <a:extLst>
              <a:ext uri="{FF2B5EF4-FFF2-40B4-BE49-F238E27FC236}">
                <a16:creationId xmlns:a16="http://schemas.microsoft.com/office/drawing/2014/main" id="{AF56B439-66C9-D1D1-8208-9739EC4BFDDE}"/>
              </a:ext>
            </a:extLst>
          </p:cNvPr>
          <p:cNvGrpSpPr/>
          <p:nvPr userDrawn="1"/>
        </p:nvGrpSpPr>
        <p:grpSpPr>
          <a:xfrm rot="5400000">
            <a:off x="2789865" y="-2803451"/>
            <a:ext cx="502669" cy="6109586"/>
            <a:chOff x="2" y="-23948"/>
            <a:chExt cx="347435" cy="4599553"/>
          </a:xfrm>
        </p:grpSpPr>
        <p:pic>
          <p:nvPicPr>
            <p:cNvPr id="5" name="Google Shape;145;p33">
              <a:extLst>
                <a:ext uri="{FF2B5EF4-FFF2-40B4-BE49-F238E27FC236}">
                  <a16:creationId xmlns:a16="http://schemas.microsoft.com/office/drawing/2014/main" id="{7476E208-A2AB-F958-DAFC-67FAF00009D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4" t="54638" r="33290"/>
            <a:stretch/>
          </p:blipFill>
          <p:spPr>
            <a:xfrm rot="10800000">
              <a:off x="16" y="4104100"/>
              <a:ext cx="347420" cy="4715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46;p33">
              <a:extLst>
                <a:ext uri="{FF2B5EF4-FFF2-40B4-BE49-F238E27FC236}">
                  <a16:creationId xmlns:a16="http://schemas.microsoft.com/office/drawing/2014/main" id="{A4DDFC2C-0F77-FBD0-0346-7F21474DCF7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47;p33">
              <a:extLst>
                <a:ext uri="{FF2B5EF4-FFF2-40B4-BE49-F238E27FC236}">
                  <a16:creationId xmlns:a16="http://schemas.microsoft.com/office/drawing/2014/main" id="{3C3EF074-E80B-D10B-9493-9233C51AC09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48;p33">
              <a:extLst>
                <a:ext uri="{FF2B5EF4-FFF2-40B4-BE49-F238E27FC236}">
                  <a16:creationId xmlns:a16="http://schemas.microsoft.com/office/drawing/2014/main" id="{F031CE4F-D73C-9010-B5AF-1CB1E09F8B8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oogle Shape;149;p33">
            <a:extLst>
              <a:ext uri="{FF2B5EF4-FFF2-40B4-BE49-F238E27FC236}">
                <a16:creationId xmlns:a16="http://schemas.microsoft.com/office/drawing/2014/main" id="{F6534BBF-50E8-1B60-5DBE-3F73CBF8DA71}"/>
              </a:ext>
            </a:extLst>
          </p:cNvPr>
          <p:cNvGrpSpPr/>
          <p:nvPr userDrawn="1"/>
        </p:nvGrpSpPr>
        <p:grpSpPr>
          <a:xfrm rot="5400000">
            <a:off x="8892661" y="-2796659"/>
            <a:ext cx="502677" cy="6095993"/>
            <a:chOff x="-4" y="554232"/>
            <a:chExt cx="347441" cy="4589319"/>
          </a:xfrm>
        </p:grpSpPr>
        <p:pic>
          <p:nvPicPr>
            <p:cNvPr id="10" name="Google Shape;150;p33">
              <a:extLst>
                <a:ext uri="{FF2B5EF4-FFF2-40B4-BE49-F238E27FC236}">
                  <a16:creationId xmlns:a16="http://schemas.microsoft.com/office/drawing/2014/main" id="{EF0393FB-F0C7-9D4D-7380-5F618030649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5" r="33288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51;p33">
              <a:extLst>
                <a:ext uri="{FF2B5EF4-FFF2-40B4-BE49-F238E27FC236}">
                  <a16:creationId xmlns:a16="http://schemas.microsoft.com/office/drawing/2014/main" id="{679DD34F-039F-998C-DF3F-4009DDE1587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52;p33">
              <a:extLst>
                <a:ext uri="{FF2B5EF4-FFF2-40B4-BE49-F238E27FC236}">
                  <a16:creationId xmlns:a16="http://schemas.microsoft.com/office/drawing/2014/main" id="{D2A8CDBC-F056-4A21-3295-623E0C1AD07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53;p33">
              <a:extLst>
                <a:ext uri="{FF2B5EF4-FFF2-40B4-BE49-F238E27FC236}">
                  <a16:creationId xmlns:a16="http://schemas.microsoft.com/office/drawing/2014/main" id="{37F150E0-77CD-6BDB-E9B0-50763CEDD7F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 b="42018"/>
            <a:stretch/>
          </p:blipFill>
          <p:spPr>
            <a:xfrm rot="10800000">
              <a:off x="-4" y="554232"/>
              <a:ext cx="347440" cy="797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2;p33">
            <a:extLst>
              <a:ext uri="{FF2B5EF4-FFF2-40B4-BE49-F238E27FC236}">
                <a16:creationId xmlns:a16="http://schemas.microsoft.com/office/drawing/2014/main" id="{F8D69C51-D7F8-C039-A667-B8E8A3A0AA2C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64000"/>
          </a:blip>
          <a:srcRect/>
          <a:stretch/>
        </p:blipFill>
        <p:spPr>
          <a:xfrm>
            <a:off x="10789920" y="5892457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17;p29">
            <a:extLst>
              <a:ext uri="{FF2B5EF4-FFF2-40B4-BE49-F238E27FC236}">
                <a16:creationId xmlns:a16="http://schemas.microsoft.com/office/drawing/2014/main" id="{78B60632-FF21-4310-A15B-8DC6F98A884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595696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Styles">
  <p:cSld name="Chart Styles">
    <p:bg>
      <p:bgPr>
        <a:solidFill>
          <a:srgbClr val="EEEFF4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>
            <a:spLocks noGrp="1"/>
          </p:cNvSpPr>
          <p:nvPr>
            <p:ph type="title"/>
          </p:nvPr>
        </p:nvSpPr>
        <p:spPr>
          <a:xfrm>
            <a:off x="1412627" y="686335"/>
            <a:ext cx="9220204" cy="456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0" name="Google Shape;110;p29"/>
          <p:cNvGrpSpPr/>
          <p:nvPr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111" name="Google Shape;111;p29"/>
            <p:cNvPicPr preferRelativeResize="0"/>
            <p:nvPr/>
          </p:nvPicPr>
          <p:blipFill rotWithShape="1">
            <a:blip r:embed="rId2">
              <a:alphaModFix/>
            </a:blip>
            <a:srcRect l="33313" r="33310"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29"/>
            <p:cNvPicPr preferRelativeResize="0"/>
            <p:nvPr/>
          </p:nvPicPr>
          <p:blipFill rotWithShape="1">
            <a:blip r:embed="rId2">
              <a:alphaModFix/>
            </a:blip>
            <a:srcRect l="37394" r="37393"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29"/>
            <p:cNvPicPr preferRelativeResize="0"/>
            <p:nvPr/>
          </p:nvPicPr>
          <p:blipFill rotWithShape="1">
            <a:blip r:embed="rId2">
              <a:alphaModFix/>
            </a:blip>
            <a:srcRect l="37394" r="37393"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29"/>
            <p:cNvPicPr preferRelativeResize="0"/>
            <p:nvPr/>
          </p:nvPicPr>
          <p:blipFill rotWithShape="1">
            <a:blip r:embed="rId2">
              <a:alphaModFix/>
            </a:blip>
            <a:srcRect l="37394" r="37393"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5" name="Google Shape;115;p29"/>
          <p:cNvPicPr preferRelativeResize="0"/>
          <p:nvPr/>
        </p:nvPicPr>
        <p:blipFill rotWithShape="1">
          <a:blip r:embed="rId3">
            <a:alphaModFix amt="13000"/>
          </a:blip>
          <a:srcRect t="118" b="107"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9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29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55514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eft Image Right">
  <p:cSld name="1_Text Left Image Right">
    <p:bg>
      <p:bgPr>
        <a:solidFill>
          <a:srgbClr val="EEEFF4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6" descr="A group of people working togeth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922"/>
          <a:stretch/>
        </p:blipFill>
        <p:spPr>
          <a:xfrm>
            <a:off x="0" y="0"/>
            <a:ext cx="695894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6"/>
          <p:cNvGrpSpPr/>
          <p:nvPr/>
        </p:nvGrpSpPr>
        <p:grpSpPr>
          <a:xfrm>
            <a:off x="11720167" y="-9438"/>
            <a:ext cx="548033" cy="6865936"/>
            <a:chOff x="2" y="-23948"/>
            <a:chExt cx="347435" cy="5167499"/>
          </a:xfrm>
        </p:grpSpPr>
        <p:pic>
          <p:nvPicPr>
            <p:cNvPr id="211" name="Google Shape;211;p26"/>
            <p:cNvPicPr preferRelativeResize="0"/>
            <p:nvPr/>
          </p:nvPicPr>
          <p:blipFill rotWithShape="1">
            <a:blip r:embed="rId3">
              <a:alphaModFix/>
            </a:blip>
            <a:srcRect l="33287" r="33287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5" name="Google Shape;215;p26"/>
          <p:cNvPicPr preferRelativeResize="0"/>
          <p:nvPr/>
        </p:nvPicPr>
        <p:blipFill rotWithShape="1">
          <a:blip r:embed="rId4">
            <a:alphaModFix amt="64000"/>
          </a:blip>
          <a:srcRect/>
          <a:stretch/>
        </p:blipFill>
        <p:spPr>
          <a:xfrm>
            <a:off x="3800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5189581" y="692855"/>
            <a:ext cx="5497469" cy="495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5208882" y="1614302"/>
            <a:ext cx="5478168" cy="397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9" name="Google Shape;219;p26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393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>
          <p15:clr>
            <a:srgbClr val="FBAE40"/>
          </p15:clr>
        </p15:guide>
        <p15:guide id="2" pos="3552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0"/>
          <p:cNvSpPr txBox="1">
            <a:spLocks noGrp="1"/>
          </p:cNvSpPr>
          <p:nvPr>
            <p:ph type="title"/>
          </p:nvPr>
        </p:nvSpPr>
        <p:spPr>
          <a:xfrm>
            <a:off x="499474" y="1384577"/>
            <a:ext cx="5703206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 dirty="0"/>
              <a:t>The Proposal</a:t>
            </a:r>
          </a:p>
        </p:txBody>
      </p:sp>
      <p:sp>
        <p:nvSpPr>
          <p:cNvPr id="1394" name="Google Shape;1394;p10"/>
          <p:cNvSpPr txBox="1">
            <a:spLocks noGrp="1"/>
          </p:cNvSpPr>
          <p:nvPr>
            <p:ph type="body" idx="1"/>
          </p:nvPr>
        </p:nvSpPr>
        <p:spPr>
          <a:xfrm>
            <a:off x="500063" y="4420235"/>
            <a:ext cx="57023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dirty="0"/>
              <a:t>I sent a BP to Ryan Reynolds, he denied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870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F957-B2BC-A2AB-D8E7-8109EEAE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A821-CBF6-CF6D-2F3D-E0280C1B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BP Design Pattern Choices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193ED-77F5-C943-96DF-2330492D2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Simple BP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Status Code Pattern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Current/Proposed</a:t>
            </a:r>
          </a:p>
          <a:p>
            <a:pPr marL="685800" lvl="1" indent="0"/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0220-B2CC-2263-8942-6C61CB0D3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8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764FD2-A24A-4FC5-7384-A1AA187589A8}"/>
              </a:ext>
            </a:extLst>
          </p:cNvPr>
          <p:cNvSpPr txBox="1"/>
          <p:nvPr/>
        </p:nvSpPr>
        <p:spPr>
          <a:xfrm>
            <a:off x="1536700" y="2832100"/>
            <a:ext cx="850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err="1">
                <a:solidFill>
                  <a:schemeClr val="bg1"/>
                </a:solidFill>
              </a:rPr>
              <a:t>Keepin</a:t>
            </a:r>
            <a:r>
              <a:rPr lang="en-US" sz="8000" dirty="0">
                <a:solidFill>
                  <a:schemeClr val="bg1"/>
                </a:solidFill>
              </a:rPr>
              <a:t>’ It Simple</a:t>
            </a:r>
          </a:p>
        </p:txBody>
      </p:sp>
    </p:spTree>
    <p:extLst>
      <p:ext uri="{BB962C8B-B14F-4D97-AF65-F5344CB8AC3E}">
        <p14:creationId xmlns:p14="http://schemas.microsoft.com/office/powerpoint/2010/main" val="316439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419760-5F72-D307-6C56-82D9748F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Easy To Set Up and Use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CEA85-E2DA-C58E-CBF4-39DAC4C80C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75" y="1612216"/>
            <a:ext cx="4927302" cy="3934808"/>
          </a:xfrm>
        </p:spPr>
        <p:txBody>
          <a:bodyPr/>
          <a:lstStyle/>
          <a:p>
            <a:pPr lvl="1" indent="-457200" defTabSz="91435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tx1"/>
                </a:solidFill>
                <a:latin typeface="Archivo" pitchFamily="2" charset="77"/>
                <a:ea typeface="+mn-ea"/>
                <a:cs typeface="+mn-cs"/>
              </a:rPr>
              <a:t>Create An Object</a:t>
            </a:r>
          </a:p>
          <a:p>
            <a:pPr lvl="1" indent="-457200" defTabSz="91435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tx1"/>
                </a:solidFill>
                <a:latin typeface="Archivo" pitchFamily="2" charset="77"/>
                <a:ea typeface="+mn-ea"/>
                <a:cs typeface="+mn-cs"/>
              </a:rPr>
              <a:t>Create a BP against it</a:t>
            </a:r>
          </a:p>
          <a:p>
            <a:pPr lvl="1" indent="-457200" defTabSz="91435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tx1"/>
                </a:solidFill>
                <a:latin typeface="Archivo" pitchFamily="2" charset="77"/>
                <a:ea typeface="+mn-ea"/>
                <a:cs typeface="+mn-cs"/>
              </a:rPr>
              <a:t>Often “Good Enough”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72AF03E7-ED5B-C16E-CB0B-F2B53C93F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044" y="1217516"/>
            <a:ext cx="4092066" cy="391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70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713BB-D895-DB31-9F27-81C87E26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847C86-449F-67D9-F84A-E50674E28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-457200" defTabSz="91435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tx1"/>
                </a:solidFill>
                <a:latin typeface="Archivo" pitchFamily="2" charset="77"/>
                <a:ea typeface="+mn-ea"/>
                <a:cs typeface="+mn-cs"/>
              </a:rPr>
              <a:t>Ongoing Changes</a:t>
            </a:r>
          </a:p>
          <a:p>
            <a:pPr lvl="1" indent="-457200" defTabSz="91435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tx1"/>
                </a:solidFill>
                <a:latin typeface="Archivo" pitchFamily="2" charset="77"/>
                <a:ea typeface="+mn-ea"/>
                <a:cs typeface="+mn-cs"/>
              </a:rPr>
              <a:t>Update After Approve</a:t>
            </a:r>
          </a:p>
          <a:p>
            <a:pPr lvl="1" indent="-457200" defTabSz="91435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tx1"/>
                </a:solidFill>
                <a:latin typeface="Archivo" pitchFamily="2" charset="77"/>
                <a:ea typeface="+mn-ea"/>
                <a:cs typeface="+mn-cs"/>
              </a:rPr>
              <a:t>Audit works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8C6007-DC9D-D49D-48DF-E5282906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There Are Some Troubles</a:t>
            </a:r>
          </a:p>
        </p:txBody>
      </p:sp>
    </p:spTree>
    <p:extLst>
      <p:ext uri="{BB962C8B-B14F-4D97-AF65-F5344CB8AC3E}">
        <p14:creationId xmlns:p14="http://schemas.microsoft.com/office/powerpoint/2010/main" val="3171997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AEA6D-9544-97D9-D059-C81348F6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327B00-5D80-A88B-4D5E-4CBBE4709626}"/>
              </a:ext>
            </a:extLst>
          </p:cNvPr>
          <p:cNvSpPr txBox="1"/>
          <p:nvPr/>
        </p:nvSpPr>
        <p:spPr>
          <a:xfrm>
            <a:off x="1536700" y="2832100"/>
            <a:ext cx="850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Status Codes</a:t>
            </a:r>
          </a:p>
        </p:txBody>
      </p:sp>
    </p:spTree>
    <p:extLst>
      <p:ext uri="{BB962C8B-B14F-4D97-AF65-F5344CB8AC3E}">
        <p14:creationId xmlns:p14="http://schemas.microsoft.com/office/powerpoint/2010/main" val="403457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2765-6901-8393-8E0A-DF6AD331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581" y="692855"/>
            <a:ext cx="5497469" cy="495865"/>
          </a:xfrm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r>
              <a:rPr lang="en-US" b="1" i="0" u="none" strike="noStrike" kern="1200" cap="none">
                <a:latin typeface="Poppins"/>
                <a:ea typeface="Poppins"/>
                <a:cs typeface="Poppins"/>
                <a:sym typeface="Poppins"/>
              </a:rPr>
              <a:t>The Status Code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971CA1-97A9-9096-CFB3-11367698402C}"/>
              </a:ext>
            </a:extLst>
          </p:cNvPr>
          <p:cNvSpPr txBox="1"/>
          <p:nvPr/>
        </p:nvSpPr>
        <p:spPr>
          <a:xfrm>
            <a:off x="5208882" y="1614302"/>
            <a:ext cx="5478168" cy="3975588"/>
          </a:xfrm>
          <a:prstGeom prst="rect">
            <a:avLst/>
          </a:prstGeom>
          <a:noFill/>
          <a:ln>
            <a:noFill/>
          </a:ln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2286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b="1" i="0" u="none" strike="noStrike" kern="1200" cap="none" dirty="0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rPr>
              <a:t>Build an object with a status code</a:t>
            </a:r>
          </a:p>
          <a:p>
            <a:pPr marL="457200" indent="-2286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b="1" i="0" u="none" strike="noStrike" kern="1200" cap="none" dirty="0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rPr>
              <a:t>Object has simple permissions</a:t>
            </a:r>
          </a:p>
          <a:p>
            <a:pPr marL="457200" indent="-2286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b="1" i="0" u="none" strike="noStrike" kern="1200" cap="none" dirty="0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Status code has separate permissions</a:t>
            </a:r>
          </a:p>
          <a:p>
            <a:pPr lvl="1" indent="-2286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  <a:buFont typeface="Arial" panose="020B0604020202020204" pitchFamily="34" charset="0"/>
              <a:buChar char="•"/>
            </a:pPr>
            <a:r>
              <a:rPr lang="en-US" b="1" i="0" u="none" strike="noStrike" kern="1200" cap="none" dirty="0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rPr>
              <a:t>ISU to Update the Code only</a:t>
            </a:r>
          </a:p>
          <a:p>
            <a:pPr marL="457200" indent="-2286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</a:pPr>
            <a:r>
              <a:rPr lang="en-US" b="1" i="0" u="none" strike="noStrike" kern="1200" cap="none" dirty="0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  <a:p>
            <a:pPr marL="457200" indent="-2286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</a:pPr>
            <a:endParaRPr lang="en-US" sz="1200" b="0" i="0" u="none" strike="noStrike" kern="1200" cap="none" dirty="0">
              <a:solidFill>
                <a:srgbClr val="59595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1" indent="-2286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</a:pPr>
            <a:endParaRPr lang="en-US" sz="1200" b="0" i="0" u="none" strike="noStrike" kern="1200" cap="none" dirty="0">
              <a:solidFill>
                <a:srgbClr val="59595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indent="-228600">
              <a:lnSpc>
                <a:spcPct val="150000"/>
              </a:lnSpc>
              <a:spcBef>
                <a:spcPts val="1000"/>
              </a:spcBef>
              <a:buClr>
                <a:srgbClr val="595959"/>
              </a:buClr>
              <a:buSzPts val="1200"/>
            </a:pPr>
            <a:endParaRPr lang="en-US" sz="1200" b="0" i="0" u="none" strike="noStrike" kern="1200" cap="none" dirty="0">
              <a:solidFill>
                <a:srgbClr val="59595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31299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90839-5AC7-AA0B-C428-5ACF98521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E408-2E3E-4193-3F88-C4D7DDBA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Covered in Depth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DF29F-47EA-4824-D64E-DE0F410DBC2F}"/>
              </a:ext>
            </a:extLst>
          </p:cNvPr>
          <p:cNvSpPr txBox="1"/>
          <p:nvPr/>
        </p:nvSpPr>
        <p:spPr>
          <a:xfrm>
            <a:off x="5304035" y="2386699"/>
            <a:ext cx="5328796" cy="3176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Look at the BP KSS from  2024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Fails are not as safe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More instances in the object</a:t>
            </a:r>
          </a:p>
          <a:p>
            <a:pPr defTabSz="914355">
              <a:spcAft>
                <a:spcPts val="600"/>
              </a:spcAft>
            </a:pPr>
            <a:r>
              <a:rPr lang="en-US" sz="2800" b="1" dirty="0">
                <a:latin typeface="Archivo" pitchFamily="2" charset="77"/>
              </a:rPr>
              <a:t> 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endParaRPr lang="en-US" sz="2400" dirty="0">
              <a:latin typeface="Poppins Light"/>
              <a:cs typeface="Poppins Light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endParaRPr lang="en-US" sz="2400" dirty="0">
              <a:latin typeface="Poppins Light"/>
              <a:cs typeface="Poppins Light"/>
            </a:endParaRP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endParaRPr lang="en-US" sz="1400" dirty="0">
              <a:solidFill>
                <a:srgbClr val="595959"/>
              </a:solidFill>
              <a:latin typeface="Poppins Light"/>
              <a:cs typeface="Poppins Light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2D39F157-2078-DF8E-18C3-FD398211E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826" y="1520632"/>
            <a:ext cx="283845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913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849B-920C-B439-6578-CC218F08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6913A4-7DB6-DEA0-A6DF-47AB1F09B16B}"/>
              </a:ext>
            </a:extLst>
          </p:cNvPr>
          <p:cNvSpPr txBox="1"/>
          <p:nvPr/>
        </p:nvSpPr>
        <p:spPr>
          <a:xfrm>
            <a:off x="1536700" y="2832100"/>
            <a:ext cx="850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Current/Proposed</a:t>
            </a:r>
          </a:p>
        </p:txBody>
      </p:sp>
    </p:spTree>
    <p:extLst>
      <p:ext uri="{BB962C8B-B14F-4D97-AF65-F5344CB8AC3E}">
        <p14:creationId xmlns:p14="http://schemas.microsoft.com/office/powerpoint/2010/main" val="274929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916E-1062-5491-B2CC-7A961791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– Proposed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A0D17-BD29-CAF8-22B4-DFC4621C6D6E}"/>
              </a:ext>
            </a:extLst>
          </p:cNvPr>
          <p:cNvSpPr txBox="1"/>
          <p:nvPr/>
        </p:nvSpPr>
        <p:spPr>
          <a:xfrm>
            <a:off x="5452844" y="1751337"/>
            <a:ext cx="4889348" cy="4623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Build a Current Object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</a:rPr>
              <a:t>Build a Proposed Object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</a:rPr>
              <a:t>Proposed Object has simple permissions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</a:rPr>
              <a:t>Current Object is ISU driven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</a:rPr>
              <a:t>Modifications </a:t>
            </a:r>
          </a:p>
          <a:p>
            <a:pPr defTabSz="914355">
              <a:spcAft>
                <a:spcPts val="600"/>
              </a:spcAft>
            </a:pPr>
            <a:r>
              <a:rPr lang="en-US" sz="2800" b="1" dirty="0">
                <a:latin typeface="Archivo" pitchFamily="2" charset="77"/>
              </a:rPr>
              <a:t> 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endParaRPr lang="en-US" sz="2400" dirty="0">
              <a:latin typeface="Poppins Light"/>
              <a:cs typeface="Poppins Light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endParaRPr lang="en-US" sz="2400" dirty="0">
              <a:latin typeface="Poppins Light"/>
              <a:cs typeface="Poppins Light"/>
            </a:endParaRP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endParaRPr lang="en-US" sz="1400" dirty="0">
              <a:solidFill>
                <a:srgbClr val="595959"/>
              </a:solidFill>
              <a:latin typeface="Poppins Light"/>
              <a:cs typeface="Poppins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7109CE-F355-F357-7DC4-1AD7FAA48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891" y="1546763"/>
            <a:ext cx="283845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65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1833-026D-65A6-CEEA-31436810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2F04-4110-E838-9D2D-69CB6AF3C8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7062" y="698500"/>
            <a:ext cx="8533137" cy="479425"/>
          </a:xfrm>
        </p:spPr>
        <p:txBody>
          <a:bodyPr>
            <a:normAutofit fontScale="90000"/>
          </a:bodyPr>
          <a:lstStyle/>
          <a:p>
            <a:r>
              <a:rPr lang="en-US" dirty="0"/>
              <a:t>Security Setup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DBDCF-99CB-4CFC-1940-56D78877D738}"/>
              </a:ext>
            </a:extLst>
          </p:cNvPr>
          <p:cNvSpPr txBox="1"/>
          <p:nvPr/>
        </p:nvSpPr>
        <p:spPr>
          <a:xfrm>
            <a:off x="2588741" y="1386416"/>
            <a:ext cx="8034482" cy="52078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Current Object</a:t>
            </a:r>
          </a:p>
          <a:p>
            <a:pPr marL="914400" lvl="1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Everyone Gets View</a:t>
            </a:r>
          </a:p>
          <a:p>
            <a:pPr marL="914400" lvl="1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ISU gets Modify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Proposed Object</a:t>
            </a:r>
          </a:p>
          <a:p>
            <a:pPr marL="914400" lvl="1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Everyone gets Modify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Be careful of Context</a:t>
            </a:r>
          </a:p>
          <a:p>
            <a:pPr marL="457200" indent="-457200" defTabSz="914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chivo" pitchFamily="2" charset="77"/>
                <a:cs typeface="Archivo" pitchFamily="2" charset="77"/>
              </a:rPr>
              <a:t>Keep ISU access close</a:t>
            </a:r>
          </a:p>
          <a:p>
            <a:pPr defTabSz="914355">
              <a:spcAft>
                <a:spcPts val="600"/>
              </a:spcAft>
            </a:pPr>
            <a:r>
              <a:rPr lang="en-US" sz="2800" b="1" dirty="0">
                <a:latin typeface="Archivo" pitchFamily="2" charset="77"/>
              </a:rPr>
              <a:t> 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endParaRPr lang="en-US" sz="2400" dirty="0">
              <a:latin typeface="Poppins Light"/>
              <a:cs typeface="Poppins Light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endParaRPr lang="en-US" sz="2400" dirty="0">
              <a:latin typeface="Poppins Light"/>
              <a:cs typeface="Poppins Light"/>
            </a:endParaRP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endParaRPr lang="en-US" sz="1400" dirty="0">
              <a:solidFill>
                <a:srgbClr val="595959"/>
              </a:solidFill>
              <a:latin typeface="Poppins Light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467655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5B9CCCA2C2444B97DECB5EBD50BC75" ma:contentTypeVersion="13" ma:contentTypeDescription="Create a new document." ma:contentTypeScope="" ma:versionID="355d8a4ce9d4e80b5f1ab670ff4be15c">
  <xsd:schema xmlns:xsd="http://www.w3.org/2001/XMLSchema" xmlns:xs="http://www.w3.org/2001/XMLSchema" xmlns:p="http://schemas.microsoft.com/office/2006/metadata/properties" xmlns:ns2="6832ed8e-e17a-41db-8f66-a28b87f2cfd6" xmlns:ns3="f545598b-ef4e-46d2-b31d-9b6149ba0766" targetNamespace="http://schemas.microsoft.com/office/2006/metadata/properties" ma:root="true" ma:fieldsID="e985186ed1db08cc823246a93cebffe9" ns2:_="" ns3:_="">
    <xsd:import namespace="6832ed8e-e17a-41db-8f66-a28b87f2cfd6"/>
    <xsd:import namespace="f545598b-ef4e-46d2-b31d-9b6149ba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ContributorNo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2ed8e-e17a-41db-8f66-a28b87f2cf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f96de8-1224-4ccc-9acf-3abee762a6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ContributorNote" ma:index="20" nillable="true" ma:displayName="Contributor Note" ma:description="Extra detail added by contributor of solution" ma:format="Dropdown" ma:internalName="ContributorNo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45598b-ef4e-46d2-b31d-9b6149ba07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0854a2-65f9-45e2-b9a4-6dbe1438a0b1}" ma:internalName="TaxCatchAll" ma:showField="CatchAllData" ma:web="f545598b-ef4e-46d2-b31d-9b6149ba07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ributorNote xmlns="6832ed8e-e17a-41db-8f66-a28b87f2cfd6" xsi:nil="true"/>
    <TaxCatchAll xmlns="f545598b-ef4e-46d2-b31d-9b6149ba0766" xsi:nil="true"/>
    <lcf76f155ced4ddcb4097134ff3c332f xmlns="6832ed8e-e17a-41db-8f66-a28b87f2cfd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E91EB94-E9BC-46C9-8CCC-1ABA12EFD614}"/>
</file>

<file path=customXml/itemProps2.xml><?xml version="1.0" encoding="utf-8"?>
<ds:datastoreItem xmlns:ds="http://schemas.openxmlformats.org/officeDocument/2006/customXml" ds:itemID="{43D9EF02-A251-40CA-95F8-31C9F2A0E2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7376CD-A338-4EA4-8FD7-3D780631413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18714</TotalTime>
  <Words>162</Words>
  <Application>Microsoft Office PowerPoint</Application>
  <PresentationFormat>Widescreen</PresentationFormat>
  <Paragraphs>50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Aptos Display</vt:lpstr>
      <vt:lpstr>Archivo</vt:lpstr>
      <vt:lpstr>Arial</vt:lpstr>
      <vt:lpstr>Arial,Sans-Serif</vt:lpstr>
      <vt:lpstr>Calibri</vt:lpstr>
      <vt:lpstr>Courier New,monospace</vt:lpstr>
      <vt:lpstr>Poppins</vt:lpstr>
      <vt:lpstr>Poppins Light</vt:lpstr>
      <vt:lpstr>Wingdings</vt:lpstr>
      <vt:lpstr>office theme</vt:lpstr>
      <vt:lpstr>The Proposal</vt:lpstr>
      <vt:lpstr>BP Design Pattern Choices</vt:lpstr>
      <vt:lpstr>PowerPoint Presentation</vt:lpstr>
      <vt:lpstr>Easy To Set Up and Use</vt:lpstr>
      <vt:lpstr>But There Are Some Troubles</vt:lpstr>
      <vt:lpstr>PowerPoint Presentation</vt:lpstr>
      <vt:lpstr>The Status Code Pattern</vt:lpstr>
      <vt:lpstr>Already Covered in Depth</vt:lpstr>
      <vt:lpstr>PowerPoint Presentation</vt:lpstr>
      <vt:lpstr>Current – Proposed Architecture</vt:lpstr>
      <vt:lpstr>Security Setup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Clint Harwood</dc:creator>
  <cp:lastModifiedBy>Clint Harwood</cp:lastModifiedBy>
  <cp:revision>52</cp:revision>
  <dcterms:created xsi:type="dcterms:W3CDTF">2025-07-08T14:42:00Z</dcterms:created>
  <dcterms:modified xsi:type="dcterms:W3CDTF">2025-12-15T17:07:27Z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0x010100445B9CCCA2C2444B97DECB5EBD50BC75</vt:lpwstr>
  </property>
</Properties>
</file>